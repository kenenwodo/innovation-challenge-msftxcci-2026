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74" r:id="rId9"/>
    <p:sldId id="273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Virginia Tech" id="{EF1B8CD1-4DC2-4694-BC1F-6CF013FB394E}">
          <p14:sldIdLst>
            <p14:sldId id="256"/>
            <p14:sldId id="257"/>
            <p14:sldId id="258"/>
            <p14:sldId id="259"/>
            <p14:sldId id="261"/>
            <p14:sldId id="262"/>
            <p14:sldId id="268"/>
            <p14:sldId id="274"/>
            <p14:sldId id="27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9135B-0E57-2D4B-8CBB-CB2309B39ACD}" v="918" dt="2026-09-26T00:05:27.259"/>
    <p1510:client id="{49DCB5E4-3608-FD4F-A8E6-27BD4F5C53DA}" v="1058" dt="2026-09-26T00:37:20.873"/>
  </p1510:revLst>
</p1510:revInfo>
</file>

<file path=ppt/tableStyles.xml><?xml version="1.0" encoding="utf-8"?>
<a:tblStyleLst xmlns:a="http://schemas.openxmlformats.org/drawingml/2006/main" def="{5604F27E-8229-41CF-A8A8-ACC0C4F785B8}">
  <a:tblStyle styleId="{5604F27E-8229-41CF-A8A8-ACC0C4F785B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wodo, Kene" userId="9f2e7036-cab8-40ce-98af-095ce12c5a22" providerId="ADAL" clId="{551C214D-C7A7-507D-9E8A-28E870A28648}"/>
    <pc:docChg chg="undo redo custSel addSld delSld modSld sldOrd modSection">
      <pc:chgData name="Nwodo, Kene" userId="9f2e7036-cab8-40ce-98af-095ce12c5a22" providerId="ADAL" clId="{551C214D-C7A7-507D-9E8A-28E870A28648}" dt="2026-09-26T00:17:46.799" v="1064" actId="14100"/>
      <pc:docMkLst>
        <pc:docMk/>
      </pc:docMkLst>
      <pc:sldChg chg="modSp mod modNotesTx">
        <pc:chgData name="Nwodo, Kene" userId="9f2e7036-cab8-40ce-98af-095ce12c5a22" providerId="ADAL" clId="{551C214D-C7A7-507D-9E8A-28E870A28648}" dt="2026-09-25T22:46:11.765" v="899" actId="20577"/>
        <pc:sldMkLst>
          <pc:docMk/>
          <pc:sldMk cId="0" sldId="256"/>
        </pc:sldMkLst>
        <pc:spChg chg="mod">
          <ac:chgData name="Nwodo, Kene" userId="9f2e7036-cab8-40ce-98af-095ce12c5a22" providerId="ADAL" clId="{551C214D-C7A7-507D-9E8A-28E870A28648}" dt="2026-09-25T19:59:14.770" v="42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modNotesTx">
        <pc:chgData name="Nwodo, Kene" userId="9f2e7036-cab8-40ce-98af-095ce12c5a22" providerId="ADAL" clId="{551C214D-C7A7-507D-9E8A-28E870A28648}" dt="2026-09-25T23:58:42.752" v="1014" actId="1076"/>
        <pc:sldMkLst>
          <pc:docMk/>
          <pc:sldMk cId="0" sldId="257"/>
        </pc:sldMkLst>
        <pc:spChg chg="mod">
          <ac:chgData name="Nwodo, Kene" userId="9f2e7036-cab8-40ce-98af-095ce12c5a22" providerId="ADAL" clId="{551C214D-C7A7-507D-9E8A-28E870A28648}" dt="2026-09-25T19:39:40.421" v="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Nwodo, Kene" userId="9f2e7036-cab8-40ce-98af-095ce12c5a22" providerId="ADAL" clId="{551C214D-C7A7-507D-9E8A-28E870A28648}" dt="2026-09-25T19:36:25.623" v="1" actId="478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Nwodo, Kene" userId="9f2e7036-cab8-40ce-98af-095ce12c5a22" providerId="ADAL" clId="{551C214D-C7A7-507D-9E8A-28E870A28648}" dt="2026-09-25T19:51:57.190" v="15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19:36:44.760" v="3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19:36:47.237" v="4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19:36:52.521" v="5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19:36:54.998" v="6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19:36:40.451" v="2" actId="478"/>
          <ac:spMkLst>
            <pc:docMk/>
            <pc:sldMk cId="0" sldId="257"/>
            <ac:spMk id="34" creationId="{00000000-0000-0000-0000-000000000000}"/>
          </ac:spMkLst>
        </pc:spChg>
        <pc:picChg chg="add del mod">
          <ac:chgData name="Nwodo, Kene" userId="9f2e7036-cab8-40ce-98af-095ce12c5a22" providerId="ADAL" clId="{551C214D-C7A7-507D-9E8A-28E870A28648}" dt="2026-09-25T23:57:48.403" v="993" actId="478"/>
          <ac:picMkLst>
            <pc:docMk/>
            <pc:sldMk cId="0" sldId="257"/>
            <ac:picMk id="5" creationId="{58ACDE48-795F-A175-E2A4-8BA582915FD8}"/>
          </ac:picMkLst>
        </pc:picChg>
        <pc:picChg chg="add mod">
          <ac:chgData name="Nwodo, Kene" userId="9f2e7036-cab8-40ce-98af-095ce12c5a22" providerId="ADAL" clId="{551C214D-C7A7-507D-9E8A-28E870A28648}" dt="2026-09-25T23:58:42.752" v="1014" actId="1076"/>
          <ac:picMkLst>
            <pc:docMk/>
            <pc:sldMk cId="0" sldId="257"/>
            <ac:picMk id="11" creationId="{633EADAC-017C-C0D2-5C4D-6336ABB87108}"/>
          </ac:picMkLst>
        </pc:picChg>
        <pc:picChg chg="del">
          <ac:chgData name="Nwodo, Kene" userId="9f2e7036-cab8-40ce-98af-095ce12c5a22" providerId="ADAL" clId="{551C214D-C7A7-507D-9E8A-28E870A28648}" dt="2026-09-25T19:51:58.703" v="16" actId="478"/>
          <ac:picMkLst>
            <pc:docMk/>
            <pc:sldMk cId="0" sldId="257"/>
            <ac:picMk id="12" creationId="{00000000-0000-0000-0000-000000000000}"/>
          </ac:picMkLst>
        </pc:picChg>
        <pc:picChg chg="add mod">
          <ac:chgData name="Nwodo, Kene" userId="9f2e7036-cab8-40ce-98af-095ce12c5a22" providerId="ADAL" clId="{551C214D-C7A7-507D-9E8A-28E870A28648}" dt="2026-09-25T19:52:05.171" v="19" actId="1076"/>
          <ac:picMkLst>
            <pc:docMk/>
            <pc:sldMk cId="0" sldId="257"/>
            <ac:picMk id="36" creationId="{A57CC64F-0C05-0A4D-508E-8091392AE3A2}"/>
          </ac:picMkLst>
        </pc:picChg>
        <pc:picChg chg="add mod">
          <ac:chgData name="Nwodo, Kene" userId="9f2e7036-cab8-40ce-98af-095ce12c5a22" providerId="ADAL" clId="{551C214D-C7A7-507D-9E8A-28E870A28648}" dt="2026-09-25T19:53:04.256" v="28" actId="1076"/>
          <ac:picMkLst>
            <pc:docMk/>
            <pc:sldMk cId="0" sldId="257"/>
            <ac:picMk id="38" creationId="{C8EF2E38-B308-69D2-97E7-C6025B1197A3}"/>
          </ac:picMkLst>
        </pc:picChg>
        <pc:picChg chg="add mod">
          <ac:chgData name="Nwodo, Kene" userId="9f2e7036-cab8-40ce-98af-095ce12c5a22" providerId="ADAL" clId="{551C214D-C7A7-507D-9E8A-28E870A28648}" dt="2026-09-25T19:57:18.527" v="33" actId="1076"/>
          <ac:picMkLst>
            <pc:docMk/>
            <pc:sldMk cId="0" sldId="257"/>
            <ac:picMk id="40" creationId="{47D886E7-3836-D29D-4825-715377755EA7}"/>
          </ac:picMkLst>
        </pc:picChg>
      </pc:sldChg>
      <pc:sldChg chg="delSp modSp mod modNotesTx">
        <pc:chgData name="Nwodo, Kene" userId="9f2e7036-cab8-40ce-98af-095ce12c5a22" providerId="ADAL" clId="{551C214D-C7A7-507D-9E8A-28E870A28648}" dt="2026-09-25T22:46:23.862" v="901" actId="20577"/>
        <pc:sldMkLst>
          <pc:docMk/>
          <pc:sldMk cId="0" sldId="258"/>
        </pc:sldMkLst>
        <pc:spChg chg="del mod">
          <ac:chgData name="Nwodo, Kene" userId="9f2e7036-cab8-40ce-98af-095ce12c5a22" providerId="ADAL" clId="{551C214D-C7A7-507D-9E8A-28E870A28648}" dt="2026-09-25T21:08:43.270" v="743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14:43.708" v="87" actId="20577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wodo, Kene" userId="9f2e7036-cab8-40ce-98af-095ce12c5a22" providerId="ADAL" clId="{551C214D-C7A7-507D-9E8A-28E870A28648}" dt="2026-09-25T20:15:46.615" v="89" actId="478"/>
          <ac:spMkLst>
            <pc:docMk/>
            <pc:sldMk cId="0" sldId="258"/>
            <ac:spMk id="19" creationId="{00000000-0000-0000-0000-000000000000}"/>
          </ac:spMkLst>
        </pc:spChg>
      </pc:sldChg>
      <pc:sldChg chg="modSp mod modNotesTx">
        <pc:chgData name="Nwodo, Kene" userId="9f2e7036-cab8-40ce-98af-095ce12c5a22" providerId="ADAL" clId="{551C214D-C7A7-507D-9E8A-28E870A28648}" dt="2026-09-25T22:46:27.668" v="902" actId="20577"/>
        <pc:sldMkLst>
          <pc:docMk/>
          <pc:sldMk cId="0" sldId="259"/>
        </pc:sldMkLst>
        <pc:spChg chg="mod">
          <ac:chgData name="Nwodo, Kene" userId="9f2e7036-cab8-40ce-98af-095ce12c5a22" providerId="ADAL" clId="{551C214D-C7A7-507D-9E8A-28E870A28648}" dt="2026-09-25T20:21:50.428" v="92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23:21.598" v="96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22:45.631" v="94"/>
          <ac:spMkLst>
            <pc:docMk/>
            <pc:sldMk cId="0" sldId="259"/>
            <ac:spMk id="31" creationId="{00000000-0000-0000-0000-000000000000}"/>
          </ac:spMkLst>
        </pc:spChg>
      </pc:sldChg>
      <pc:sldChg chg="addSp delSp modSp del mod ord modShow">
        <pc:chgData name="Nwodo, Kene" userId="9f2e7036-cab8-40ce-98af-095ce12c5a22" providerId="ADAL" clId="{551C214D-C7A7-507D-9E8A-28E870A28648}" dt="2026-09-25T23:59:28.426" v="1016" actId="2696"/>
        <pc:sldMkLst>
          <pc:docMk/>
          <pc:sldMk cId="0" sldId="260"/>
        </pc:sldMkLst>
        <pc:spChg chg="mod">
          <ac:chgData name="Nwodo, Kene" userId="9f2e7036-cab8-40ce-98af-095ce12c5a22" providerId="ADAL" clId="{551C214D-C7A7-507D-9E8A-28E870A28648}" dt="2026-09-25T20:25:29.980" v="108" actId="20577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5T20:28:10.404" v="186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27:49.115" v="153" actId="20577"/>
          <ac:spMkLst>
            <pc:docMk/>
            <pc:sldMk cId="0" sldId="260"/>
            <ac:spMk id="6" creationId="{00000000-0000-0000-0000-000000000000}"/>
          </ac:spMkLst>
        </pc:spChg>
        <pc:spChg chg="add del">
          <ac:chgData name="Nwodo, Kene" userId="9f2e7036-cab8-40ce-98af-095ce12c5a22" providerId="ADAL" clId="{551C214D-C7A7-507D-9E8A-28E870A28648}" dt="2026-09-25T20:27:25.597" v="123" actId="478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Nwodo, Kene" userId="9f2e7036-cab8-40ce-98af-095ce12c5a22" providerId="ADAL" clId="{551C214D-C7A7-507D-9E8A-28E870A28648}" dt="2026-09-25T20:27:25.597" v="123" actId="478"/>
          <ac:spMkLst>
            <pc:docMk/>
            <pc:sldMk cId="0" sldId="260"/>
            <ac:spMk id="10" creationId="{00000000-0000-0000-0000-000000000000}"/>
          </ac:spMkLst>
        </pc:spChg>
        <pc:spChg chg="add del">
          <ac:chgData name="Nwodo, Kene" userId="9f2e7036-cab8-40ce-98af-095ce12c5a22" providerId="ADAL" clId="{551C214D-C7A7-507D-9E8A-28E870A28648}" dt="2026-09-25T20:27:25.597" v="123" actId="478"/>
          <ac:spMkLst>
            <pc:docMk/>
            <pc:sldMk cId="0" sldId="260"/>
            <ac:spMk id="11" creationId="{00000000-0000-0000-0000-000000000000}"/>
          </ac:spMkLst>
        </pc:spChg>
      </pc:sldChg>
      <pc:sldChg chg="addSp delSp modSp mod modNotesTx">
        <pc:chgData name="Nwodo, Kene" userId="9f2e7036-cab8-40ce-98af-095ce12c5a22" providerId="ADAL" clId="{551C214D-C7A7-507D-9E8A-28E870A28648}" dt="2026-09-26T00:17:46.799" v="1064" actId="14100"/>
        <pc:sldMkLst>
          <pc:docMk/>
          <pc:sldMk cId="0" sldId="261"/>
        </pc:sldMkLst>
        <pc:spChg chg="mod">
          <ac:chgData name="Nwodo, Kene" userId="9f2e7036-cab8-40ce-98af-095ce12c5a22" providerId="ADAL" clId="{551C214D-C7A7-507D-9E8A-28E870A28648}" dt="2026-09-25T20:37:42.866" v="253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6T00:17:46.799" v="1064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48:23.086" v="651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46:47.244" v="624" actId="10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46:47.244" v="624" actId="10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0:46:47.244" v="624" actId="1036"/>
          <ac:spMkLst>
            <pc:docMk/>
            <pc:sldMk cId="0" sldId="261"/>
            <ac:spMk id="20" creationId="{00000000-0000-0000-0000-000000000000}"/>
          </ac:spMkLst>
        </pc:spChg>
        <pc:spChg chg="add del">
          <ac:chgData name="Nwodo, Kene" userId="9f2e7036-cab8-40ce-98af-095ce12c5a22" providerId="ADAL" clId="{551C214D-C7A7-507D-9E8A-28E870A28648}" dt="2026-09-25T20:36:14.989" v="250" actId="478"/>
          <ac:spMkLst>
            <pc:docMk/>
            <pc:sldMk cId="0" sldId="261"/>
            <ac:spMk id="21" creationId="{00000000-0000-0000-0000-000000000000}"/>
          </ac:spMkLst>
        </pc:spChg>
      </pc:sldChg>
      <pc:sldChg chg="addSp delSp modSp mod modNotesTx">
        <pc:chgData name="Nwodo, Kene" userId="9f2e7036-cab8-40ce-98af-095ce12c5a22" providerId="ADAL" clId="{551C214D-C7A7-507D-9E8A-28E870A28648}" dt="2026-09-25T22:46:38.451" v="904" actId="20577"/>
        <pc:sldMkLst>
          <pc:docMk/>
          <pc:sldMk cId="0" sldId="262"/>
        </pc:sldMkLst>
        <pc:spChg chg="mod">
          <ac:chgData name="Nwodo, Kene" userId="9f2e7036-cab8-40ce-98af-095ce12c5a22" providerId="ADAL" clId="{551C214D-C7A7-507D-9E8A-28E870A28648}" dt="2026-09-25T20:58:23.971" v="733" actId="255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5T21:07:58.712" v="742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del mod ord modShow">
        <pc:chgData name="Nwodo, Kene" userId="9f2e7036-cab8-40ce-98af-095ce12c5a22" providerId="ADAL" clId="{551C214D-C7A7-507D-9E8A-28E870A28648}" dt="2026-09-25T23:59:28.996" v="1017" actId="2696"/>
        <pc:sldMkLst>
          <pc:docMk/>
          <pc:sldMk cId="0" sldId="263"/>
        </pc:sldMkLst>
        <pc:spChg chg="mod">
          <ac:chgData name="Nwodo, Kene" userId="9f2e7036-cab8-40ce-98af-095ce12c5a22" providerId="ADAL" clId="{551C214D-C7A7-507D-9E8A-28E870A28648}" dt="2026-09-25T21:12:48.847" v="783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12:56.205" v="784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14:43.743" v="815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14:19.803" v="797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11:52.870" v="76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12:08.494" v="773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16:09.620" v="823" actId="20577"/>
          <ac:spMkLst>
            <pc:docMk/>
            <pc:sldMk cId="0" sldId="263"/>
            <ac:spMk id="20" creationId="{00000000-0000-0000-0000-000000000000}"/>
          </ac:spMkLst>
        </pc:spChg>
      </pc:sldChg>
      <pc:sldChg chg="del mod ord modShow">
        <pc:chgData name="Nwodo, Kene" userId="9f2e7036-cab8-40ce-98af-095ce12c5a22" providerId="ADAL" clId="{551C214D-C7A7-507D-9E8A-28E870A28648}" dt="2026-09-25T23:59:29.569" v="1018" actId="2696"/>
        <pc:sldMkLst>
          <pc:docMk/>
          <pc:sldMk cId="0" sldId="264"/>
        </pc:sldMkLst>
      </pc:sldChg>
      <pc:sldChg chg="addSp delSp modSp mod modNotesTx">
        <pc:chgData name="Nwodo, Kene" userId="9f2e7036-cab8-40ce-98af-095ce12c5a22" providerId="ADAL" clId="{551C214D-C7A7-507D-9E8A-28E870A28648}" dt="2026-09-26T00:03:37.873" v="1031" actId="20577"/>
        <pc:sldMkLst>
          <pc:docMk/>
          <pc:sldMk cId="0" sldId="265"/>
        </pc:sldMkLst>
        <pc:spChg chg="mod">
          <ac:chgData name="Nwodo, Kene" userId="9f2e7036-cab8-40ce-98af-095ce12c5a22" providerId="ADAL" clId="{551C214D-C7A7-507D-9E8A-28E870A28648}" dt="2026-09-26T00:03:37.873" v="1031" actId="20577"/>
          <ac:spMkLst>
            <pc:docMk/>
            <pc:sldMk cId="0" sldId="265"/>
            <ac:spMk id="4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9.623" v="843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2:05.738" v="841" actId="478"/>
          <ac:spMkLst>
            <pc:docMk/>
            <pc:sldMk cId="0" sldId="265"/>
            <ac:spMk id="15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5T21:54:52.797" v="855" actId="478"/>
          <ac:spMkLst>
            <pc:docMk/>
            <pc:sldMk cId="0" sldId="265"/>
            <ac:spMk id="16" creationId="{00000000-0000-0000-0000-000000000000}"/>
          </ac:spMkLst>
        </pc:spChg>
      </pc:sldChg>
      <pc:sldChg chg="addSp delSp modSp mod ord modNotesTx">
        <pc:chgData name="Nwodo, Kene" userId="9f2e7036-cab8-40ce-98af-095ce12c5a22" providerId="ADAL" clId="{551C214D-C7A7-507D-9E8A-28E870A28648}" dt="2026-09-26T00:05:49.754" v="1053" actId="478"/>
        <pc:sldMkLst>
          <pc:docMk/>
          <pc:sldMk cId="0" sldId="266"/>
        </pc:sldMkLst>
        <pc:spChg chg="add del">
          <ac:chgData name="Nwodo, Kene" userId="9f2e7036-cab8-40ce-98af-095ce12c5a22" providerId="ADAL" clId="{551C214D-C7A7-507D-9E8A-28E870A28648}" dt="2026-09-26T00:05:40.589" v="1051" actId="478"/>
          <ac:spMkLst>
            <pc:docMk/>
            <pc:sldMk cId="0" sldId="266"/>
            <ac:spMk id="2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5T22:48:04.355" v="911" actId="478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Nwodo, Kene" userId="9f2e7036-cab8-40ce-98af-095ce12c5a22" providerId="ADAL" clId="{551C214D-C7A7-507D-9E8A-28E870A28648}" dt="2026-09-26T00:05:40.845" v="1052" actId="20577"/>
          <ac:spMkLst>
            <pc:docMk/>
            <pc:sldMk cId="0" sldId="266"/>
            <ac:spMk id="3" creationId="{07404354-AA62-6330-7EE7-5ECF80D46194}"/>
          </ac:spMkLst>
        </pc:spChg>
        <pc:spChg chg="del mod">
          <ac:chgData name="Nwodo, Kene" userId="9f2e7036-cab8-40ce-98af-095ce12c5a22" providerId="ADAL" clId="{551C214D-C7A7-507D-9E8A-28E870A28648}" dt="2026-09-25T22:48:15.595" v="914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2:48:12.560" v="912" actId="478"/>
          <ac:spMkLst>
            <pc:docMk/>
            <pc:sldMk cId="0" sldId="266"/>
            <ac:spMk id="5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6T00:05:49.754" v="1053" actId="478"/>
          <ac:spMkLst>
            <pc:docMk/>
            <pc:sldMk cId="0" sldId="266"/>
            <ac:spMk id="5" creationId="{DDF737C9-2644-044C-E21E-17677C327FA3}"/>
          </ac:spMkLst>
        </pc:spChg>
        <pc:spChg chg="mod">
          <ac:chgData name="Nwodo, Kene" userId="9f2e7036-cab8-40ce-98af-095ce12c5a22" providerId="ADAL" clId="{551C214D-C7A7-507D-9E8A-28E870A28648}" dt="2026-09-26T00:04:09.787" v="103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6T00:04:09.787" v="1032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6T00:04:09.787" v="1032" actId="1076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Nwodo, Kene" userId="9f2e7036-cab8-40ce-98af-095ce12c5a22" providerId="ADAL" clId="{551C214D-C7A7-507D-9E8A-28E870A28648}" dt="2026-09-25T22:50:05.107" v="922" actId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6T00:04:31.959" v="1034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6T00:04:31.959" v="1034" actId="1076"/>
          <ac:spMkLst>
            <pc:docMk/>
            <pc:sldMk cId="0" sldId="266"/>
            <ac:spMk id="15" creationId="{00000000-0000-0000-0000-000000000000}"/>
          </ac:spMkLst>
        </pc:spChg>
        <pc:picChg chg="mod">
          <ac:chgData name="Nwodo, Kene" userId="9f2e7036-cab8-40ce-98af-095ce12c5a22" providerId="ADAL" clId="{551C214D-C7A7-507D-9E8A-28E870A28648}" dt="2026-09-26T00:04:09.787" v="1032" actId="1076"/>
          <ac:picMkLst>
            <pc:docMk/>
            <pc:sldMk cId="0" sldId="266"/>
            <ac:picMk id="7" creationId="{00000000-0000-0000-0000-000000000000}"/>
          </ac:picMkLst>
        </pc:picChg>
        <pc:picChg chg="del mod">
          <ac:chgData name="Nwodo, Kene" userId="9f2e7036-cab8-40ce-98af-095ce12c5a22" providerId="ADAL" clId="{551C214D-C7A7-507D-9E8A-28E870A28648}" dt="2026-09-25T22:50:05.107" v="922" actId="478"/>
          <ac:picMkLst>
            <pc:docMk/>
            <pc:sldMk cId="0" sldId="266"/>
            <ac:picMk id="11" creationId="{00000000-0000-0000-0000-000000000000}"/>
          </ac:picMkLst>
        </pc:picChg>
        <pc:picChg chg="del mod">
          <ac:chgData name="Nwodo, Kene" userId="9f2e7036-cab8-40ce-98af-095ce12c5a22" providerId="ADAL" clId="{551C214D-C7A7-507D-9E8A-28E870A28648}" dt="2026-09-25T22:50:05.107" v="922" actId="478"/>
          <ac:picMkLst>
            <pc:docMk/>
            <pc:sldMk cId="0" sldId="266"/>
            <ac:picMk id="12" creationId="{00000000-0000-0000-0000-000000000000}"/>
          </ac:picMkLst>
        </pc:picChg>
        <pc:picChg chg="mod">
          <ac:chgData name="Nwodo, Kene" userId="9f2e7036-cab8-40ce-98af-095ce12c5a22" providerId="ADAL" clId="{551C214D-C7A7-507D-9E8A-28E870A28648}" dt="2026-09-26T00:04:31.959" v="1034" actId="1076"/>
          <ac:picMkLst>
            <pc:docMk/>
            <pc:sldMk cId="0" sldId="266"/>
            <ac:picMk id="14" creationId="{00000000-0000-0000-0000-000000000000}"/>
          </ac:picMkLst>
        </pc:picChg>
      </pc:sldChg>
      <pc:sldChg chg="delSp modSp add del mod">
        <pc:chgData name="Nwodo, Kene" userId="9f2e7036-cab8-40ce-98af-095ce12c5a22" providerId="ADAL" clId="{551C214D-C7A7-507D-9E8A-28E870A28648}" dt="2026-09-25T21:50:33.906" v="832" actId="2696"/>
        <pc:sldMkLst>
          <pc:docMk/>
          <pc:sldMk cId="0" sldId="267"/>
        </pc:sldMkLst>
        <pc:spChg chg="mod">
          <ac:chgData name="Nwodo, Kene" userId="9f2e7036-cab8-40ce-98af-095ce12c5a22" providerId="ADAL" clId="{551C214D-C7A7-507D-9E8A-28E870A28648}" dt="2026-09-25T21:43:13.816" v="826" actId="207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Nwodo, Kene" userId="9f2e7036-cab8-40ce-98af-095ce12c5a22" providerId="ADAL" clId="{551C214D-C7A7-507D-9E8A-28E870A28648}" dt="2026-09-25T21:43:26.432" v="830" actId="478"/>
          <ac:spMkLst>
            <pc:docMk/>
            <pc:sldMk cId="0" sldId="267"/>
            <ac:spMk id="80" creationId="{00000000-0000-0000-0000-000000000000}"/>
          </ac:spMkLst>
        </pc:spChg>
        <pc:spChg chg="del mod">
          <ac:chgData name="Nwodo, Kene" userId="9f2e7036-cab8-40ce-98af-095ce12c5a22" providerId="ADAL" clId="{551C214D-C7A7-507D-9E8A-28E870A28648}" dt="2026-09-25T21:43:21.541" v="828" actId="478"/>
          <ac:spMkLst>
            <pc:docMk/>
            <pc:sldMk cId="0" sldId="267"/>
            <ac:spMk id="81" creationId="{00000000-0000-0000-0000-000000000000}"/>
          </ac:spMkLst>
        </pc:spChg>
      </pc:sldChg>
      <pc:sldChg chg="delSp modSp add mod modNotesTx">
        <pc:chgData name="Nwodo, Kene" userId="9f2e7036-cab8-40ce-98af-095ce12c5a22" providerId="ADAL" clId="{551C214D-C7A7-507D-9E8A-28E870A28648}" dt="2026-09-25T22:46:44.363" v="905" actId="20577"/>
        <pc:sldMkLst>
          <pc:docMk/>
          <pc:sldMk cId="0" sldId="268"/>
        </pc:sldMkLst>
        <pc:spChg chg="mod">
          <ac:chgData name="Nwodo, Kene" userId="9f2e7036-cab8-40ce-98af-095ce12c5a22" providerId="ADAL" clId="{551C214D-C7A7-507D-9E8A-28E870A28648}" dt="2026-09-25T21:50:50.099" v="83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1:55:07.493" v="876" actId="20577"/>
          <ac:spMkLst>
            <pc:docMk/>
            <pc:sldMk cId="0" sldId="268"/>
            <ac:spMk id="66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2:13:53.090" v="888" actId="20577"/>
          <ac:spMkLst>
            <pc:docMk/>
            <pc:sldMk cId="0" sldId="268"/>
            <ac:spMk id="70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0:42.471" v="834" actId="478"/>
          <ac:spMkLst>
            <pc:docMk/>
            <pc:sldMk cId="0" sldId="268"/>
            <ac:spMk id="80" creationId="{00000000-0000-0000-0000-000000000000}"/>
          </ac:spMkLst>
        </pc:spChg>
        <pc:spChg chg="del">
          <ac:chgData name="Nwodo, Kene" userId="9f2e7036-cab8-40ce-98af-095ce12c5a22" providerId="ADAL" clId="{551C214D-C7A7-507D-9E8A-28E870A28648}" dt="2026-09-25T21:50:38.646" v="833" actId="478"/>
          <ac:spMkLst>
            <pc:docMk/>
            <pc:sldMk cId="0" sldId="268"/>
            <ac:spMk id="81" creationId="{00000000-0000-0000-0000-000000000000}"/>
          </ac:spMkLst>
        </pc:spChg>
      </pc:sldChg>
      <pc:sldChg chg="add del mod ord modShow">
        <pc:chgData name="Nwodo, Kene" userId="9f2e7036-cab8-40ce-98af-095ce12c5a22" providerId="ADAL" clId="{551C214D-C7A7-507D-9E8A-28E870A28648}" dt="2026-09-25T23:59:30.121" v="1019" actId="2696"/>
        <pc:sldMkLst>
          <pc:docMk/>
          <pc:sldMk cId="0" sldId="269"/>
        </pc:sldMkLst>
      </pc:sldChg>
      <pc:sldChg chg="add del mod ord modShow modNotesTx">
        <pc:chgData name="Nwodo, Kene" userId="9f2e7036-cab8-40ce-98af-095ce12c5a22" providerId="ADAL" clId="{551C214D-C7A7-507D-9E8A-28E870A28648}" dt="2026-09-25T23:59:31.373" v="1021" actId="2696"/>
        <pc:sldMkLst>
          <pc:docMk/>
          <pc:sldMk cId="0" sldId="270"/>
        </pc:sldMkLst>
      </pc:sldChg>
      <pc:sldChg chg="modSp add del mod ord modShow modNotesTx">
        <pc:chgData name="Nwodo, Kene" userId="9f2e7036-cab8-40ce-98af-095ce12c5a22" providerId="ADAL" clId="{551C214D-C7A7-507D-9E8A-28E870A28648}" dt="2026-09-25T23:59:30.684" v="1020" actId="2696"/>
        <pc:sldMkLst>
          <pc:docMk/>
          <pc:sldMk cId="0" sldId="271"/>
        </pc:sldMkLst>
        <pc:graphicFrameChg chg="modGraphic">
          <ac:chgData name="Nwodo, Kene" userId="9f2e7036-cab8-40ce-98af-095ce12c5a22" providerId="ADAL" clId="{551C214D-C7A7-507D-9E8A-28E870A28648}" dt="2026-09-25T22:23:20.618" v="898" actId="6549"/>
          <ac:graphicFrameMkLst>
            <pc:docMk/>
            <pc:sldMk cId="0" sldId="271"/>
            <ac:graphicFrameMk id="13" creationId="{00000000-0000-0000-0000-000000000000}"/>
          </ac:graphicFrameMkLst>
        </pc:graphicFrameChg>
      </pc:sldChg>
      <pc:sldChg chg="modSp add del mod ord modShow">
        <pc:chgData name="Nwodo, Kene" userId="9f2e7036-cab8-40ce-98af-095ce12c5a22" providerId="ADAL" clId="{551C214D-C7A7-507D-9E8A-28E870A28648}" dt="2026-09-25T23:59:32.577" v="1022" actId="2696"/>
        <pc:sldMkLst>
          <pc:docMk/>
          <pc:sldMk cId="0" sldId="272"/>
        </pc:sldMkLst>
        <pc:spChg chg="mod">
          <ac:chgData name="Nwodo, Kene" userId="9f2e7036-cab8-40ce-98af-095ce12c5a22" providerId="ADAL" clId="{551C214D-C7A7-507D-9E8A-28E870A28648}" dt="2026-09-25T23:37:13.972" v="945" actId="20577"/>
          <ac:spMkLst>
            <pc:docMk/>
            <pc:sldMk cId="0" sldId="272"/>
            <ac:spMk id="9" creationId="{00000000-0000-0000-0000-000000000000}"/>
          </ac:spMkLst>
        </pc:spChg>
      </pc:sldChg>
      <pc:sldChg chg="addSp delSp modSp add mod modNotesTx">
        <pc:chgData name="Nwodo, Kene" userId="9f2e7036-cab8-40ce-98af-095ce12c5a22" providerId="ADAL" clId="{551C214D-C7A7-507D-9E8A-28E870A28648}" dt="2026-09-26T00:04:56.494" v="1037"/>
        <pc:sldMkLst>
          <pc:docMk/>
          <pc:sldMk cId="0" sldId="273"/>
        </pc:sldMkLst>
        <pc:spChg chg="mod">
          <ac:chgData name="Nwodo, Kene" userId="9f2e7036-cab8-40ce-98af-095ce12c5a22" providerId="ADAL" clId="{551C214D-C7A7-507D-9E8A-28E870A28648}" dt="2026-09-25T23:51:48.786" v="973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3:55:40.656" v="988" actId="20577"/>
          <ac:spMkLst>
            <pc:docMk/>
            <pc:sldMk cId="0" sldId="273"/>
            <ac:spMk id="26" creationId="{00000000-0000-0000-0000-000000000000}"/>
          </ac:spMkLst>
        </pc:spChg>
        <pc:spChg chg="add del mod">
          <ac:chgData name="Nwodo, Kene" userId="9f2e7036-cab8-40ce-98af-095ce12c5a22" providerId="ADAL" clId="{551C214D-C7A7-507D-9E8A-28E870A28648}" dt="2026-09-26T00:04:56.494" v="1037"/>
          <ac:spMkLst>
            <pc:docMk/>
            <pc:sldMk cId="0" sldId="273"/>
            <ac:spMk id="28" creationId="{178AC36F-609B-0F85-AA28-43AAA62C811D}"/>
          </ac:spMkLst>
        </pc:spChg>
      </pc:sldChg>
      <pc:sldChg chg="modSp add mod modNotesTx">
        <pc:chgData name="Nwodo, Kene" userId="9f2e7036-cab8-40ce-98af-095ce12c5a22" providerId="ADAL" clId="{551C214D-C7A7-507D-9E8A-28E870A28648}" dt="2026-09-25T23:56:46.967" v="989" actId="20577"/>
        <pc:sldMkLst>
          <pc:docMk/>
          <pc:sldMk cId="0" sldId="274"/>
        </pc:sldMkLst>
        <pc:spChg chg="mod">
          <ac:chgData name="Nwodo, Kene" userId="9f2e7036-cab8-40ce-98af-095ce12c5a22" providerId="ADAL" clId="{551C214D-C7A7-507D-9E8A-28E870A28648}" dt="2026-09-25T23:52:50.038" v="982" actId="20577"/>
          <ac:spMkLst>
            <pc:docMk/>
            <pc:sldMk cId="0" sldId="274"/>
            <ac:spMk id="16" creationId="{00000000-0000-0000-0000-000000000000}"/>
          </ac:spMkLst>
        </pc:spChg>
        <pc:spChg chg="mod">
          <ac:chgData name="Nwodo, Kene" userId="9f2e7036-cab8-40ce-98af-095ce12c5a22" providerId="ADAL" clId="{551C214D-C7A7-507D-9E8A-28E870A28648}" dt="2026-09-25T23:54:05.715" v="986" actId="20577"/>
          <ac:spMkLst>
            <pc:docMk/>
            <pc:sldMk cId="0" sldId="274"/>
            <ac:spMk id="36" creationId="{00000000-0000-0000-0000-000000000000}"/>
          </ac:spMkLst>
        </pc:spChg>
      </pc:sldChg>
    </pc:docChg>
  </pc:docChgLst>
  <pc:docChgLst>
    <pc:chgData name="Sharma, Pragya" userId="b741ab37-04e6-47cf-ac7a-b00c906fe17f" providerId="ADAL" clId="{19BE6511-6CFD-5150-B765-1ABA38A0489B}"/>
    <pc:docChg chg="undo custSel modSld">
      <pc:chgData name="Sharma, Pragya" userId="b741ab37-04e6-47cf-ac7a-b00c906fe17f" providerId="ADAL" clId="{19BE6511-6CFD-5150-B765-1ABA38A0489B}" dt="2026-09-26T00:37:20.872" v="1058" actId="27107"/>
      <pc:docMkLst>
        <pc:docMk/>
      </pc:docMkLst>
      <pc:sldChg chg="modSp mod">
        <pc:chgData name="Sharma, Pragya" userId="b741ab37-04e6-47cf-ac7a-b00c906fe17f" providerId="ADAL" clId="{19BE6511-6CFD-5150-B765-1ABA38A0489B}" dt="2026-09-25T20:07:40.209" v="80" actId="12789"/>
        <pc:sldMkLst>
          <pc:docMk/>
          <pc:sldMk cId="0" sldId="256"/>
        </pc:sldMkLst>
        <pc:picChg chg="mod">
          <ac:chgData name="Sharma, Pragya" userId="b741ab37-04e6-47cf-ac7a-b00c906fe17f" providerId="ADAL" clId="{19BE6511-6CFD-5150-B765-1ABA38A0489B}" dt="2026-09-25T20:07:40.209" v="80" actId="12789"/>
          <ac:picMkLst>
            <pc:docMk/>
            <pc:sldMk cId="0" sldId="256"/>
            <ac:picMk id="12" creationId="{00000000-0000-0000-0000-000000000000}"/>
          </ac:picMkLst>
        </pc:picChg>
        <pc:picChg chg="mod">
          <ac:chgData name="Sharma, Pragya" userId="b741ab37-04e6-47cf-ac7a-b00c906fe17f" providerId="ADAL" clId="{19BE6511-6CFD-5150-B765-1ABA38A0489B}" dt="2026-09-25T20:07:40.209" v="80" actId="12789"/>
          <ac:picMkLst>
            <pc:docMk/>
            <pc:sldMk cId="0" sldId="256"/>
            <ac:picMk id="13" creationId="{00000000-0000-0000-0000-000000000000}"/>
          </ac:picMkLst>
        </pc:picChg>
      </pc:sldChg>
      <pc:sldChg chg="addSp delSp modSp mod">
        <pc:chgData name="Sharma, Pragya" userId="b741ab37-04e6-47cf-ac7a-b00c906fe17f" providerId="ADAL" clId="{19BE6511-6CFD-5150-B765-1ABA38A0489B}" dt="2026-09-26T00:34:40.439" v="1056" actId="1076"/>
        <pc:sldMkLst>
          <pc:docMk/>
          <pc:sldMk cId="0" sldId="257"/>
        </pc:sldMkLst>
        <pc:spChg chg="mod">
          <ac:chgData name="Sharma, Pragya" userId="b741ab37-04e6-47cf-ac7a-b00c906fe17f" providerId="ADAL" clId="{19BE6511-6CFD-5150-B765-1ABA38A0489B}" dt="2026-09-25T20:37:23.115" v="192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0:59:35.967" v="47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19:57:48.682" v="13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19:57:54.467" v="16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19:58:48.590" v="19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0:02:45.548" v="45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6T00:34:31.772" v="1055" actId="478"/>
          <ac:spMkLst>
            <pc:docMk/>
            <pc:sldMk cId="0" sldId="257"/>
            <ac:spMk id="29" creationId="{00000000-0000-0000-0000-000000000000}"/>
          </ac:spMkLst>
        </pc:spChg>
        <pc:picChg chg="add mod modCrop">
          <ac:chgData name="Sharma, Pragya" userId="b741ab37-04e6-47cf-ac7a-b00c906fe17f" providerId="ADAL" clId="{19BE6511-6CFD-5150-B765-1ABA38A0489B}" dt="2026-09-26T00:34:40.439" v="1056" actId="1076"/>
          <ac:picMkLst>
            <pc:docMk/>
            <pc:sldMk cId="0" sldId="257"/>
            <ac:picMk id="3" creationId="{F8772CE4-134F-291A-517C-86C7A01E92EA}"/>
          </ac:picMkLst>
        </pc:picChg>
        <pc:picChg chg="del">
          <ac:chgData name="Sharma, Pragya" userId="b741ab37-04e6-47cf-ac7a-b00c906fe17f" providerId="ADAL" clId="{19BE6511-6CFD-5150-B765-1ABA38A0489B}" dt="2026-09-25T19:58:57.300" v="22" actId="478"/>
          <ac:picMkLst>
            <pc:docMk/>
            <pc:sldMk cId="0" sldId="257"/>
            <ac:picMk id="6" creationId="{00000000-0000-0000-0000-000000000000}"/>
          </ac:picMkLst>
        </pc:picChg>
        <pc:picChg chg="add mod modCrop">
          <ac:chgData name="Sharma, Pragya" userId="b741ab37-04e6-47cf-ac7a-b00c906fe17f" providerId="ADAL" clId="{19BE6511-6CFD-5150-B765-1ABA38A0489B}" dt="2026-09-25T20:43:19.551" v="260" actId="1076"/>
          <ac:picMkLst>
            <pc:docMk/>
            <pc:sldMk cId="0" sldId="257"/>
            <ac:picMk id="9" creationId="{FC890168-EF26-3A22-C04D-97DA33D8FEAC}"/>
          </ac:picMkLst>
        </pc:picChg>
        <pc:picChg chg="del">
          <ac:chgData name="Sharma, Pragya" userId="b741ab37-04e6-47cf-ac7a-b00c906fe17f" providerId="ADAL" clId="{19BE6511-6CFD-5150-B765-1ABA38A0489B}" dt="2026-09-26T00:33:39.179" v="1048" actId="478"/>
          <ac:picMkLst>
            <pc:docMk/>
            <pc:sldMk cId="0" sldId="257"/>
            <ac:picMk id="11" creationId="{633EADAC-017C-C0D2-5C4D-6336ABB87108}"/>
          </ac:picMkLst>
        </pc:picChg>
        <pc:picChg chg="del">
          <ac:chgData name="Sharma, Pragya" userId="b741ab37-04e6-47cf-ac7a-b00c906fe17f" providerId="ADAL" clId="{19BE6511-6CFD-5150-B765-1ABA38A0489B}" dt="2026-09-25T19:58:48.590" v="19" actId="478"/>
          <ac:picMkLst>
            <pc:docMk/>
            <pc:sldMk cId="0" sldId="257"/>
            <ac:picMk id="18" creationId="{00000000-0000-0000-0000-000000000000}"/>
          </ac:picMkLst>
        </pc:picChg>
        <pc:picChg chg="del">
          <ac:chgData name="Sharma, Pragya" userId="b741ab37-04e6-47cf-ac7a-b00c906fe17f" providerId="ADAL" clId="{19BE6511-6CFD-5150-B765-1ABA38A0489B}" dt="2026-09-25T20:02:45.548" v="45" actId="478"/>
          <ac:picMkLst>
            <pc:docMk/>
            <pc:sldMk cId="0" sldId="257"/>
            <ac:picMk id="24" creationId="{00000000-0000-0000-0000-000000000000}"/>
          </ac:picMkLst>
        </pc:picChg>
        <pc:picChg chg="del">
          <ac:chgData name="Sharma, Pragya" userId="b741ab37-04e6-47cf-ac7a-b00c906fe17f" providerId="ADAL" clId="{19BE6511-6CFD-5150-B765-1ABA38A0489B}" dt="2026-09-26T00:34:31.772" v="1055" actId="478"/>
          <ac:picMkLst>
            <pc:docMk/>
            <pc:sldMk cId="0" sldId="257"/>
            <ac:picMk id="30" creationId="{00000000-0000-0000-0000-000000000000}"/>
          </ac:picMkLst>
        </pc:picChg>
        <pc:picChg chg="mod">
          <ac:chgData name="Sharma, Pragya" userId="b741ab37-04e6-47cf-ac7a-b00c906fe17f" providerId="ADAL" clId="{19BE6511-6CFD-5150-B765-1ABA38A0489B}" dt="2026-09-25T20:07:50.967" v="81" actId="12789"/>
          <ac:picMkLst>
            <pc:docMk/>
            <pc:sldMk cId="0" sldId="257"/>
            <ac:picMk id="36" creationId="{A57CC64F-0C05-0A4D-508E-8091392AE3A2}"/>
          </ac:picMkLst>
        </pc:picChg>
        <pc:picChg chg="mod modCrop">
          <ac:chgData name="Sharma, Pragya" userId="b741ab37-04e6-47cf-ac7a-b00c906fe17f" providerId="ADAL" clId="{19BE6511-6CFD-5150-B765-1ABA38A0489B}" dt="2026-09-25T20:07:50.967" v="81" actId="12789"/>
          <ac:picMkLst>
            <pc:docMk/>
            <pc:sldMk cId="0" sldId="257"/>
            <ac:picMk id="38" creationId="{C8EF2E38-B308-69D2-97E7-C6025B1197A3}"/>
          </ac:picMkLst>
        </pc:picChg>
        <pc:picChg chg="mod modCrop">
          <ac:chgData name="Sharma, Pragya" userId="b741ab37-04e6-47cf-ac7a-b00c906fe17f" providerId="ADAL" clId="{19BE6511-6CFD-5150-B765-1ABA38A0489B}" dt="2026-09-25T20:07:50.967" v="81" actId="12789"/>
          <ac:picMkLst>
            <pc:docMk/>
            <pc:sldMk cId="0" sldId="257"/>
            <ac:picMk id="40" creationId="{47D886E7-3836-D29D-4825-715377755EA7}"/>
          </ac:picMkLst>
        </pc:picChg>
      </pc:sldChg>
      <pc:sldChg chg="modSp mod">
        <pc:chgData name="Sharma, Pragya" userId="b741ab37-04e6-47cf-ac7a-b00c906fe17f" providerId="ADAL" clId="{19BE6511-6CFD-5150-B765-1ABA38A0489B}" dt="2026-09-25T20:37:00.689" v="179" actId="14100"/>
        <pc:sldMkLst>
          <pc:docMk/>
          <pc:sldMk cId="0" sldId="258"/>
        </pc:sldMkLst>
        <pc:spChg chg="mod">
          <ac:chgData name="Sharma, Pragya" userId="b741ab37-04e6-47cf-ac7a-b00c906fe17f" providerId="ADAL" clId="{19BE6511-6CFD-5150-B765-1ABA38A0489B}" dt="2026-09-25T20:37:00.689" v="179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11:03.482" v="9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16:14.893" v="106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16:27.719" v="107" actId="1076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Sharma, Pragya" userId="b741ab37-04e6-47cf-ac7a-b00c906fe17f" providerId="ADAL" clId="{19BE6511-6CFD-5150-B765-1ABA38A0489B}" dt="2026-09-25T20:36:49.673" v="177" actId="255"/>
        <pc:sldMkLst>
          <pc:docMk/>
          <pc:sldMk cId="0" sldId="259"/>
        </pc:sldMkLst>
        <pc:spChg chg="mod">
          <ac:chgData name="Sharma, Pragya" userId="b741ab37-04e6-47cf-ac7a-b00c906fe17f" providerId="ADAL" clId="{19BE6511-6CFD-5150-B765-1ABA38A0489B}" dt="2026-09-25T20:36:49.673" v="177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19:09.453" v="13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24:25.179" v="143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Sharma, Pragya" userId="b741ab37-04e6-47cf-ac7a-b00c906fe17f" providerId="ADAL" clId="{19BE6511-6CFD-5150-B765-1ABA38A0489B}" dt="2026-09-25T20:20:43.838" v="142" actId="1076"/>
        <pc:sldMkLst>
          <pc:docMk/>
          <pc:sldMk cId="0" sldId="260"/>
        </pc:sldMkLst>
        <pc:spChg chg="mod">
          <ac:chgData name="Sharma, Pragya" userId="b741ab37-04e6-47cf-ac7a-b00c906fe17f" providerId="ADAL" clId="{19BE6511-6CFD-5150-B765-1ABA38A0489B}" dt="2026-09-25T20:20:30.228" v="137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20:36.480" v="139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20:40.860" v="141" actId="107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Sharma, Pragya" userId="b741ab37-04e6-47cf-ac7a-b00c906fe17f" providerId="ADAL" clId="{19BE6511-6CFD-5150-B765-1ABA38A0489B}" dt="2026-09-25T20:20:33.316" v="138" actId="1076"/>
          <ac:picMkLst>
            <pc:docMk/>
            <pc:sldMk cId="0" sldId="260"/>
            <ac:picMk id="5" creationId="{00000000-0000-0000-0000-000000000000}"/>
          </ac:picMkLst>
        </pc:picChg>
        <pc:picChg chg="mod">
          <ac:chgData name="Sharma, Pragya" userId="b741ab37-04e6-47cf-ac7a-b00c906fe17f" providerId="ADAL" clId="{19BE6511-6CFD-5150-B765-1ABA38A0489B}" dt="2026-09-25T20:20:38.282" v="140" actId="1076"/>
          <ac:picMkLst>
            <pc:docMk/>
            <pc:sldMk cId="0" sldId="260"/>
            <ac:picMk id="9" creationId="{00000000-0000-0000-0000-000000000000}"/>
          </ac:picMkLst>
        </pc:picChg>
        <pc:picChg chg="mod">
          <ac:chgData name="Sharma, Pragya" userId="b741ab37-04e6-47cf-ac7a-b00c906fe17f" providerId="ADAL" clId="{19BE6511-6CFD-5150-B765-1ABA38A0489B}" dt="2026-09-25T20:20:43.838" v="142" actId="1076"/>
          <ac:picMkLst>
            <pc:docMk/>
            <pc:sldMk cId="0" sldId="260"/>
            <ac:picMk id="13" creationId="{00000000-0000-0000-0000-000000000000}"/>
          </ac:picMkLst>
        </pc:picChg>
      </pc:sldChg>
      <pc:sldChg chg="delSp modSp mod">
        <pc:chgData name="Sharma, Pragya" userId="b741ab37-04e6-47cf-ac7a-b00c906fe17f" providerId="ADAL" clId="{19BE6511-6CFD-5150-B765-1ABA38A0489B}" dt="2026-09-26T00:37:20.872" v="1058" actId="27107"/>
        <pc:sldMkLst>
          <pc:docMk/>
          <pc:sldMk cId="0" sldId="261"/>
        </pc:sldMkLst>
        <pc:spChg chg="mod">
          <ac:chgData name="Sharma, Pragya" userId="b741ab37-04e6-47cf-ac7a-b00c906fe17f" providerId="ADAL" clId="{19BE6511-6CFD-5150-B765-1ABA38A0489B}" dt="2026-09-26T00:37:20.872" v="1058" actId="271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01:22.146" v="520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55:10.498" v="374" actId="1076"/>
          <ac:spMkLst>
            <pc:docMk/>
            <pc:sldMk cId="0" sldId="261"/>
            <ac:spMk id="5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0:53:14.111" v="357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49:27.403" v="32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49:55.513" v="326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56:56.793" v="385" actId="1076"/>
          <ac:spMkLst>
            <pc:docMk/>
            <pc:sldMk cId="0" sldId="261"/>
            <ac:spMk id="9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0:53:45.082" v="362" actId="47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03:57.493" v="535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55:59.326" v="379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57:19.846" v="387" actId="1076"/>
          <ac:spMkLst>
            <pc:docMk/>
            <pc:sldMk cId="0" sldId="261"/>
            <ac:spMk id="13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0:53:49.628" v="363" actId="47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05:17.052" v="574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11:27.971" v="632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0:55:31.021" v="376" actId="1076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Sharma, Pragya" userId="b741ab37-04e6-47cf-ac7a-b00c906fe17f" providerId="ADAL" clId="{19BE6511-6CFD-5150-B765-1ABA38A0489B}" dt="2026-09-25T20:53:52.185" v="364" actId="478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05:59.497" v="602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06:04.357" v="603" actId="1076"/>
          <ac:spMkLst>
            <pc:docMk/>
            <pc:sldMk cId="0" sldId="261"/>
            <ac:spMk id="20" creationId="{00000000-0000-0000-0000-000000000000}"/>
          </ac:spMkLst>
        </pc:spChg>
        <pc:picChg chg="mod">
          <ac:chgData name="Sharma, Pragya" userId="b741ab37-04e6-47cf-ac7a-b00c906fe17f" providerId="ADAL" clId="{19BE6511-6CFD-5150-B765-1ABA38A0489B}" dt="2026-09-25T20:56:16.844" v="381" actId="1076"/>
          <ac:picMkLst>
            <pc:docMk/>
            <pc:sldMk cId="0" sldId="261"/>
            <ac:picMk id="3" creationId="{00000000-0000-0000-0000-000000000000}"/>
          </ac:picMkLst>
        </pc:picChg>
      </pc:sldChg>
      <pc:sldChg chg="modSp mod">
        <pc:chgData name="Sharma, Pragya" userId="b741ab37-04e6-47cf-ac7a-b00c906fe17f" providerId="ADAL" clId="{19BE6511-6CFD-5150-B765-1ABA38A0489B}" dt="2026-09-25T21:13:21.867" v="633" actId="1076"/>
        <pc:sldMkLst>
          <pc:docMk/>
          <pc:sldMk cId="0" sldId="262"/>
        </pc:sldMkLst>
        <pc:picChg chg="mod">
          <ac:chgData name="Sharma, Pragya" userId="b741ab37-04e6-47cf-ac7a-b00c906fe17f" providerId="ADAL" clId="{19BE6511-6CFD-5150-B765-1ABA38A0489B}" dt="2026-09-25T21:13:21.867" v="633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Sharma, Pragya" userId="b741ab37-04e6-47cf-ac7a-b00c906fe17f" providerId="ADAL" clId="{19BE6511-6CFD-5150-B765-1ABA38A0489B}" dt="2026-09-25T21:28:19.395" v="680" actId="20577"/>
        <pc:sldMkLst>
          <pc:docMk/>
          <pc:sldMk cId="0" sldId="265"/>
        </pc:sldMkLst>
        <pc:spChg chg="mod">
          <ac:chgData name="Sharma, Pragya" userId="b741ab37-04e6-47cf-ac7a-b00c906fe17f" providerId="ADAL" clId="{19BE6511-6CFD-5150-B765-1ABA38A0489B}" dt="2026-09-25T21:28:19.395" v="680" actId="20577"/>
          <ac:spMkLst>
            <pc:docMk/>
            <pc:sldMk cId="0" sldId="265"/>
            <ac:spMk id="4" creationId="{00000000-0000-0000-0000-000000000000}"/>
          </ac:spMkLst>
        </pc:spChg>
      </pc:sldChg>
      <pc:sldChg chg="addSp delSp modSp mod">
        <pc:chgData name="Sharma, Pragya" userId="b741ab37-04e6-47cf-ac7a-b00c906fe17f" providerId="ADAL" clId="{19BE6511-6CFD-5150-B765-1ABA38A0489B}" dt="2026-09-25T22:24:10.137" v="1032" actId="14100"/>
        <pc:sldMkLst>
          <pc:docMk/>
          <pc:sldMk cId="0" sldId="268"/>
        </pc:sldMkLst>
        <pc:spChg chg="mod">
          <ac:chgData name="Sharma, Pragya" userId="b741ab37-04e6-47cf-ac7a-b00c906fe17f" providerId="ADAL" clId="{19BE6511-6CFD-5150-B765-1ABA38A0489B}" dt="2026-09-25T22:06:35.848" v="843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6:55.042" v="1009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7:01.293" v="1010" actId="1410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8:58.304" v="1019" actId="1076"/>
          <ac:spMkLst>
            <pc:docMk/>
            <pc:sldMk cId="0" sldId="268"/>
            <ac:spMk id="14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15:44.766" v="998" actId="478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8:50.514" v="1018" actId="1076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16:03.618" v="1002" actId="478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6:39.082" v="1008" actId="141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1:38.855" v="889" actId="14100"/>
          <ac:spMkLst>
            <pc:docMk/>
            <pc:sldMk cId="0" sldId="268"/>
            <ac:spMk id="23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25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26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27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29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32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35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36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38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41" creationId="{00000000-0000-0000-0000-000000000000}"/>
          </ac:spMkLst>
        </pc:spChg>
        <pc:spChg chg="mod topLvl">
          <ac:chgData name="Sharma, Pragya" userId="b741ab37-04e6-47cf-ac7a-b00c906fe17f" providerId="ADAL" clId="{19BE6511-6CFD-5150-B765-1ABA38A0489B}" dt="2026-09-25T22:10:12.197" v="875" actId="165"/>
          <ac:spMkLst>
            <pc:docMk/>
            <pc:sldMk cId="0" sldId="268"/>
            <ac:spMk id="4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1:25.043" v="886" actId="14100"/>
          <ac:spMkLst>
            <pc:docMk/>
            <pc:sldMk cId="0" sldId="268"/>
            <ac:spMk id="4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4:46.371" v="989" actId="207"/>
          <ac:spMkLst>
            <pc:docMk/>
            <pc:sldMk cId="0" sldId="268"/>
            <ac:spMk id="44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09:44.294" v="873" actId="1076"/>
          <ac:spMkLst>
            <pc:docMk/>
            <pc:sldMk cId="0" sldId="268"/>
            <ac:spMk id="4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9:59.573" v="1021" actId="3064"/>
          <ac:spMkLst>
            <pc:docMk/>
            <pc:sldMk cId="0" sldId="268"/>
            <ac:spMk id="46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07:38.617" v="846" actId="478"/>
          <ac:spMkLst>
            <pc:docMk/>
            <pc:sldMk cId="0" sldId="268"/>
            <ac:spMk id="4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0:20.790" v="1023" actId="3064"/>
          <ac:spMkLst>
            <pc:docMk/>
            <pc:sldMk cId="0" sldId="268"/>
            <ac:spMk id="48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07:56.753" v="850" actId="478"/>
          <ac:spMkLst>
            <pc:docMk/>
            <pc:sldMk cId="0" sldId="268"/>
            <ac:spMk id="49" creationId="{00000000-0000-0000-0000-000000000000}"/>
          </ac:spMkLst>
        </pc:spChg>
        <pc:spChg chg="del mod">
          <ac:chgData name="Sharma, Pragya" userId="b741ab37-04e6-47cf-ac7a-b00c906fe17f" providerId="ADAL" clId="{19BE6511-6CFD-5150-B765-1ABA38A0489B}" dt="2026-09-25T22:21:34.563" v="1026" actId="478"/>
          <ac:spMkLst>
            <pc:docMk/>
            <pc:sldMk cId="0" sldId="268"/>
            <ac:spMk id="50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54:40.172" v="700" actId="14100"/>
          <ac:spMkLst>
            <pc:docMk/>
            <pc:sldMk cId="0" sldId="268"/>
            <ac:spMk id="5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4:00.223" v="1031" actId="14100"/>
          <ac:spMkLst>
            <pc:docMk/>
            <pc:sldMk cId="0" sldId="268"/>
            <ac:spMk id="5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3:04.403" v="928" actId="20577"/>
          <ac:spMkLst>
            <pc:docMk/>
            <pc:sldMk cId="0" sldId="268"/>
            <ac:spMk id="56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1:55:55.710" v="703" actId="14100"/>
          <ac:spMkLst>
            <pc:docMk/>
            <pc:sldMk cId="0" sldId="268"/>
            <ac:spMk id="5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4:10.137" v="1032" actId="14100"/>
          <ac:spMkLst>
            <pc:docMk/>
            <pc:sldMk cId="0" sldId="268"/>
            <ac:spMk id="5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3:24.160" v="1028" actId="1076"/>
          <ac:spMkLst>
            <pc:docMk/>
            <pc:sldMk cId="0" sldId="268"/>
            <ac:spMk id="61" creationId="{00000000-0000-0000-0000-000000000000}"/>
          </ac:spMkLst>
        </pc:spChg>
        <pc:spChg chg="del mod">
          <ac:chgData name="Sharma, Pragya" userId="b741ab37-04e6-47cf-ac7a-b00c906fe17f" providerId="ADAL" clId="{19BE6511-6CFD-5150-B765-1ABA38A0489B}" dt="2026-09-25T21:59:53.931" v="772" actId="478"/>
          <ac:spMkLst>
            <pc:docMk/>
            <pc:sldMk cId="0" sldId="268"/>
            <ac:spMk id="6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3:56.534" v="1030" actId="1076"/>
          <ac:spMkLst>
            <pc:docMk/>
            <pc:sldMk cId="0" sldId="268"/>
            <ac:spMk id="6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04:29.852" v="811" actId="14100"/>
          <ac:spMkLst>
            <pc:docMk/>
            <pc:sldMk cId="0" sldId="268"/>
            <ac:spMk id="6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14:03.289" v="944" actId="1076"/>
          <ac:spMkLst>
            <pc:docMk/>
            <pc:sldMk cId="0" sldId="268"/>
            <ac:spMk id="71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04:41.347" v="812" actId="14100"/>
          <ac:spMkLst>
            <pc:docMk/>
            <pc:sldMk cId="0" sldId="268"/>
            <ac:spMk id="73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2:49.942" v="1027" actId="20577"/>
          <ac:spMkLst>
            <pc:docMk/>
            <pc:sldMk cId="0" sldId="268"/>
            <ac:spMk id="7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3:40.041" v="1029" actId="1076"/>
          <ac:spMkLst>
            <pc:docMk/>
            <pc:sldMk cId="0" sldId="268"/>
            <ac:spMk id="76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02:27.923" v="797" actId="478"/>
          <ac:spMkLst>
            <pc:docMk/>
            <pc:sldMk cId="0" sldId="268"/>
            <ac:spMk id="7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5T22:23:40.041" v="1029" actId="1076"/>
          <ac:spMkLst>
            <pc:docMk/>
            <pc:sldMk cId="0" sldId="268"/>
            <ac:spMk id="78" creationId="{00000000-0000-0000-0000-000000000000}"/>
          </ac:spMkLst>
        </pc:spChg>
        <pc:spChg chg="del">
          <ac:chgData name="Sharma, Pragya" userId="b741ab37-04e6-47cf-ac7a-b00c906fe17f" providerId="ADAL" clId="{19BE6511-6CFD-5150-B765-1ABA38A0489B}" dt="2026-09-25T22:03:35.620" v="804" actId="478"/>
          <ac:spMkLst>
            <pc:docMk/>
            <pc:sldMk cId="0" sldId="268"/>
            <ac:spMk id="79" creationId="{00000000-0000-0000-0000-000000000000}"/>
          </ac:spMkLst>
        </pc:spChg>
        <pc:spChg chg="add mod">
          <ac:chgData name="Sharma, Pragya" userId="b741ab37-04e6-47cf-ac7a-b00c906fe17f" providerId="ADAL" clId="{19BE6511-6CFD-5150-B765-1ABA38A0489B}" dt="2026-09-25T22:23:24.160" v="1028" actId="1076"/>
          <ac:spMkLst>
            <pc:docMk/>
            <pc:sldMk cId="0" sldId="268"/>
            <ac:spMk id="80" creationId="{D44278D3-E73D-E40C-AF91-7FA65C67F897}"/>
          </ac:spMkLst>
        </pc:spChg>
        <pc:spChg chg="add mod">
          <ac:chgData name="Sharma, Pragya" userId="b741ab37-04e6-47cf-ac7a-b00c906fe17f" providerId="ADAL" clId="{19BE6511-6CFD-5150-B765-1ABA38A0489B}" dt="2026-09-25T22:23:40.041" v="1029" actId="1076"/>
          <ac:spMkLst>
            <pc:docMk/>
            <pc:sldMk cId="0" sldId="268"/>
            <ac:spMk id="81" creationId="{F1251AA8-3FAC-1578-450E-778F855CEC50}"/>
          </ac:spMkLst>
        </pc:spChg>
        <pc:grpChg chg="add mod">
          <ac:chgData name="Sharma, Pragya" userId="b741ab37-04e6-47cf-ac7a-b00c906fe17f" providerId="ADAL" clId="{19BE6511-6CFD-5150-B765-1ABA38A0489B}" dt="2026-09-25T22:09:59.480" v="874" actId="1076"/>
          <ac:grpSpMkLst>
            <pc:docMk/>
            <pc:sldMk cId="0" sldId="268"/>
            <ac:grpSpMk id="82" creationId="{A04A6ABB-05C6-CBDD-D4BA-E1A97C1BD87C}"/>
          </ac:grpSpMkLst>
        </pc:grpChg>
      </pc:sldChg>
      <pc:sldChg chg="modSp mod">
        <pc:chgData name="Sharma, Pragya" userId="b741ab37-04e6-47cf-ac7a-b00c906fe17f" providerId="ADAL" clId="{19BE6511-6CFD-5150-B765-1ABA38A0489B}" dt="2026-09-25T22:25:57.554" v="1047" actId="20577"/>
        <pc:sldMkLst>
          <pc:docMk/>
          <pc:sldMk cId="0" sldId="270"/>
        </pc:sldMkLst>
        <pc:spChg chg="mod">
          <ac:chgData name="Sharma, Pragya" userId="b741ab37-04e6-47cf-ac7a-b00c906fe17f" providerId="ADAL" clId="{19BE6511-6CFD-5150-B765-1ABA38A0489B}" dt="2026-09-25T22:25:57.554" v="1047" actId="20577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Sharma, Pragya" userId="b741ab37-04e6-47cf-ac7a-b00c906fe17f" providerId="ADAL" clId="{19BE6511-6CFD-5150-B765-1ABA38A0489B}" dt="2026-09-26T00:36:04.821" v="1057" actId="1076"/>
        <pc:sldMkLst>
          <pc:docMk/>
          <pc:sldMk cId="0" sldId="273"/>
        </pc:sldMkLst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Sharma, Pragya" userId="b741ab37-04e6-47cf-ac7a-b00c906fe17f" providerId="ADAL" clId="{19BE6511-6CFD-5150-B765-1ABA38A0489B}" dt="2026-09-26T00:36:04.821" v="1057" actId="1076"/>
          <ac:spMkLst>
            <pc:docMk/>
            <pc:sldMk cId="0" sldId="273"/>
            <ac:spMk id="2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877CD0-59AE-0B91-C022-8989D3A6EE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439E6-E15E-9632-3EDD-B63313219B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53E7-12BF-5647-A30A-46B82BF7986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920AF-5C38-98CB-1FDA-70D4A8FF49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04BF4-1590-D89F-247E-86617859B8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91077-78FF-BC47-83F5-0F73CA15E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0000"/>
            <a:lumOff val="40000"/>
          </a:schemeClr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y graphic empty background">
  <p:cSld name="maroon background, main logo corn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623" y="6278880"/>
            <a:ext cx="1719412" cy="32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background">
  <p:cSld name="empty background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9"/>
          <p:cNvSpPr/>
          <p:nvPr/>
        </p:nvSpPr>
        <p:spPr>
          <a:xfrm>
            <a:off x="-15608" y="-643262"/>
            <a:ext cx="12223215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2620457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9"/>
          <p:cNvSpPr/>
          <p:nvPr/>
        </p:nvSpPr>
        <p:spPr>
          <a:xfrm>
            <a:off x="9254062" y="-6099"/>
            <a:ext cx="2940215" cy="87589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28837" y="257772"/>
            <a:ext cx="2053003" cy="38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9"/>
          <p:cNvSpPr txBox="1">
            <a:spLocks noGrp="1"/>
          </p:cNvSpPr>
          <p:nvPr>
            <p:ph type="body" idx="1"/>
          </p:nvPr>
        </p:nvSpPr>
        <p:spPr>
          <a:xfrm>
            <a:off x="960442" y="4491038"/>
            <a:ext cx="5661025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body" idx="2"/>
          </p:nvPr>
        </p:nvSpPr>
        <p:spPr>
          <a:xfrm>
            <a:off x="960442" y="5208588"/>
            <a:ext cx="5661025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194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180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508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s18.com/world/us-plans-to-end-visa-abuse-by-limiting-how-long-foreign-students-can-study-in-country-9532943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pm9dk_1i4Jc&amp;t=0s" TargetMode="External"/><Relationship Id="rId4" Type="http://schemas.openxmlformats.org/officeDocument/2006/relationships/hyperlink" Target="https://www.youtube.com/watch?v=pm9dk_1i4Jc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hyperlink" Target="https://github.com/kenenwodo/innovation-challenge-msftxcci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328" y="1051560"/>
            <a:ext cx="3840480" cy="960120"/>
          </a:xfrm>
        </p:spPr>
        <p:txBody>
          <a:bodyPr wrap="square" anchor="ctr">
            <a:noAutofit/>
          </a:bodyPr>
          <a:lstStyle/>
          <a:p>
            <a:r>
              <a:rPr sz="5000" b="1">
                <a:solidFill>
                  <a:srgbClr val="861F41"/>
                </a:solidFill>
                <a:latin typeface="Arial"/>
              </a:rPr>
              <a:t>PolicyLens</a:t>
            </a:r>
          </a:p>
        </p:txBody>
      </p:sp>
      <p:pic>
        <p:nvPicPr>
          <p:cNvPr id="3" name="Picture 2" descr="Virginia State Capitol under a magnifying gla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0"/>
            <a:ext cx="6769303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254061" y="-6100"/>
            <a:ext cx="2940215" cy="875893"/>
          </a:xfrm>
          <a:prstGeom prst="rect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irginia Te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839" y="257774"/>
            <a:ext cx="2053003" cy="387789"/>
          </a:xfrm>
          <a:prstGeom prst="rect">
            <a:avLst/>
          </a:prstGeom>
        </p:spPr>
      </p:pic>
      <p:pic>
        <p:nvPicPr>
          <p:cNvPr id="6" name="Picture 5" descr="PolicyLens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09728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331720"/>
            <a:ext cx="4572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3A3C3D"/>
                </a:solidFill>
                <a:latin typeface="Arial"/>
              </a:rPr>
              <a:t>See the policy.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3A3C3D"/>
                </a:solidFill>
                <a:latin typeface="Arial"/>
              </a:rPr>
              <a:t>Understand the response.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3A3C3D"/>
                </a:solidFill>
                <a:latin typeface="Arial"/>
              </a:rPr>
              <a:t>Verify the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0752"/>
            <a:ext cx="452628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b="0" i="0">
                <a:solidFill>
                  <a:srgbClr val="5F6368"/>
                </a:solidFill>
                <a:latin typeface="Arial"/>
              </a:rPr>
              <a:t>Evidence-grounded intelligence connecting policy text, public response, news and media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53712"/>
            <a:ext cx="4526280" cy="475488"/>
          </a:xfrm>
          <a:prstGeom prst="roundRect">
            <a:avLst>
              <a:gd name="adj" fmla="val 20000"/>
            </a:avLst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Challenge: Policy and Public Sentiment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03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Microsoft × CCI Innovation Challenge 2026  ·  Virginia Tech team</a:t>
            </a:r>
          </a:p>
        </p:txBody>
      </p:sp>
      <p:pic>
        <p:nvPicPr>
          <p:cNvPr id="12" name="Picture 11" descr="Microsof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806440"/>
            <a:ext cx="1600200" cy="340783"/>
          </a:xfrm>
          <a:prstGeom prst="rect">
            <a:avLst/>
          </a:prstGeom>
        </p:spPr>
      </p:pic>
      <p:pic>
        <p:nvPicPr>
          <p:cNvPr id="13" name="Picture 12" descr="Commonwealth Cyber Initiativ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5742688"/>
            <a:ext cx="1600200" cy="468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lang="en-US" sz="3000" b="1">
                <a:solidFill>
                  <a:schemeClr val="tx1"/>
                </a:solidFill>
                <a:latin typeface="Arial"/>
              </a:rPr>
              <a:t>Team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2035454" cy="342900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3726513"/>
            <a:ext cx="18159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>
                <a:solidFill>
                  <a:srgbClr val="3A3C3D"/>
                </a:solidFill>
                <a:latin typeface="Arial"/>
              </a:rPr>
              <a:t>Kene Nwodo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78808"/>
            <a:ext cx="18159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F6368"/>
                </a:solidFill>
              </a:rPr>
              <a:t>PhD Student, Computer Engineering, Virginia 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6974" y="1783080"/>
            <a:ext cx="2035454" cy="342900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6702" y="3726513"/>
            <a:ext cx="18159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>
                <a:solidFill>
                  <a:srgbClr val="3A3C3D"/>
                </a:solidFill>
              </a:rPr>
              <a:t>Pragya Sharma</a:t>
            </a:r>
            <a:endParaRPr sz="16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76702" y="4178808"/>
            <a:ext cx="18159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F6368"/>
                </a:solidFill>
              </a:rPr>
              <a:t>PhD Student, Computer Engineering, Virginia Tech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6748" y="1783080"/>
            <a:ext cx="2035454" cy="342900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6476" y="3726513"/>
            <a:ext cx="18159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>
                <a:solidFill>
                  <a:srgbClr val="3A3C3D"/>
                </a:solidFill>
                <a:latin typeface="Arial"/>
              </a:rPr>
              <a:t>Tanvi Garg</a:t>
            </a:r>
            <a:endParaRPr sz="16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86476" y="4178808"/>
            <a:ext cx="181599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F6368"/>
                </a:solidFill>
              </a:rPr>
              <a:t>PhD Student, Computer Engineering, Virginia Tech</a:t>
            </a:r>
          </a:p>
          <a:p>
            <a:pPr algn="ctr"/>
            <a:endParaRPr sz="1200" b="0" i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86523" y="1783080"/>
            <a:ext cx="2035454" cy="342900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6251" y="3726513"/>
            <a:ext cx="18159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>
                <a:solidFill>
                  <a:srgbClr val="3A3C3D"/>
                </a:solidFill>
                <a:latin typeface="Arial"/>
              </a:rPr>
              <a:t>Sydney Johns</a:t>
            </a:r>
            <a:endParaRPr sz="16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6251" y="4178808"/>
            <a:ext cx="18159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F6368"/>
                </a:solidFill>
              </a:rPr>
              <a:t>PhD Student, Computer Science, Virginia Tech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6297" y="1783080"/>
            <a:ext cx="2035454" cy="342900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06025" y="3726513"/>
            <a:ext cx="181599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>
                <a:solidFill>
                  <a:srgbClr val="3A3C3D"/>
                </a:solidFill>
                <a:latin typeface="Arial"/>
              </a:rPr>
              <a:t>Kayrene Woods</a:t>
            </a:r>
            <a:endParaRPr sz="16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06025" y="4178808"/>
            <a:ext cx="18159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 i="0">
                <a:solidFill>
                  <a:srgbClr val="5F6368"/>
                </a:solidFill>
                <a:latin typeface="Arial"/>
              </a:rPr>
              <a:t>M.Eng. Student, Computer Science, Virginia Tech</a:t>
            </a:r>
            <a:endParaRPr sz="1200" b="0" i="0">
              <a:solidFill>
                <a:srgbClr val="5F6368"/>
              </a:solidFill>
              <a:latin typeface="Arial"/>
            </a:endParaRPr>
          </a:p>
        </p:txBody>
      </p:sp>
      <p:pic>
        <p:nvPicPr>
          <p:cNvPr id="36" name="Picture 35" descr="A person with glasses smiling&#10;&#10;AI-generated content may be incorrect.">
            <a:extLst>
              <a:ext uri="{FF2B5EF4-FFF2-40B4-BE49-F238E27FC236}">
                <a16:creationId xmlns:a16="http://schemas.microsoft.com/office/drawing/2014/main" id="{A57CC64F-0C05-0A4D-508E-8091392AE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527" y="2130913"/>
            <a:ext cx="1466304" cy="1463040"/>
          </a:xfrm>
          <a:prstGeom prst="ellipse">
            <a:avLst/>
          </a:prstGeom>
        </p:spPr>
      </p:pic>
      <p:pic>
        <p:nvPicPr>
          <p:cNvPr id="38" name="Picture 37" descr="A person in a maroon jacket&#10;&#10;AI-generated content may be incorrect.">
            <a:extLst>
              <a:ext uri="{FF2B5EF4-FFF2-40B4-BE49-F238E27FC236}">
                <a16:creationId xmlns:a16="http://schemas.microsoft.com/office/drawing/2014/main" id="{C8EF2E38-B308-69D2-97E7-C6025B1197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975" r="2868"/>
          <a:stretch>
            <a:fillRect/>
          </a:stretch>
        </p:blipFill>
        <p:spPr>
          <a:xfrm>
            <a:off x="781856" y="2130913"/>
            <a:ext cx="1457856" cy="1463040"/>
          </a:xfrm>
          <a:prstGeom prst="ellipse">
            <a:avLst/>
          </a:prstGeom>
        </p:spPr>
      </p:pic>
      <p:pic>
        <p:nvPicPr>
          <p:cNvPr id="40" name="Picture 39" descr="A person sitting in a garden&#10;&#10;AI-generated content may be incorrect.">
            <a:extLst>
              <a:ext uri="{FF2B5EF4-FFF2-40B4-BE49-F238E27FC236}">
                <a16:creationId xmlns:a16="http://schemas.microsoft.com/office/drawing/2014/main" id="{47D886E7-3836-D29D-4825-715377755E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19" t="28993" r="919" b="2148"/>
          <a:stretch>
            <a:fillRect/>
          </a:stretch>
        </p:blipFill>
        <p:spPr>
          <a:xfrm>
            <a:off x="7708749" y="2130913"/>
            <a:ext cx="1463840" cy="1463040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890168-EF26-3A22-C04D-97DA33D8FE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656" t="28266" r="27481" b="33683"/>
          <a:stretch>
            <a:fillRect/>
          </a:stretch>
        </p:blipFill>
        <p:spPr>
          <a:xfrm>
            <a:off x="5362955" y="2130913"/>
            <a:ext cx="1463040" cy="1463040"/>
          </a:xfrm>
          <a:prstGeom prst="ellips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772CE4-134F-291A-517C-86C7A01E92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070" t="31389" r="1070" b="22713"/>
          <a:stretch>
            <a:fillRect/>
          </a:stretch>
        </p:blipFill>
        <p:spPr>
          <a:xfrm>
            <a:off x="9982504" y="2130913"/>
            <a:ext cx="1463040" cy="146304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1" y="164592"/>
            <a:ext cx="8863905" cy="914400"/>
          </a:xfrm>
        </p:spPr>
        <p:txBody>
          <a:bodyPr wrap="square" anchor="ctr">
            <a:noAutofit/>
          </a:bodyPr>
          <a:lstStyle/>
          <a:p>
            <a:r>
              <a:rPr lang="en-US" sz="3000" b="1">
                <a:solidFill>
                  <a:schemeClr val="tx1"/>
                </a:solidFill>
                <a:latin typeface="Arial"/>
              </a:rPr>
              <a:t>Challenge: </a:t>
            </a:r>
            <a:r>
              <a:rPr lang="en-US" sz="3000" b="1">
                <a:solidFill>
                  <a:schemeClr val="tx1"/>
                </a:solidFill>
              </a:rPr>
              <a:t>Policy and Public Sentiment Analyst</a:t>
            </a:r>
            <a:endParaRPr lang="en-US" sz="30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5074920" cy="4434840"/>
          </a:xfrm>
          <a:prstGeom prst="roundRect">
            <a:avLst>
              <a:gd name="adj" fmla="val 4000"/>
            </a:avLst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84248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6C9A9"/>
                </a:solidFill>
                <a:latin typeface="Arial"/>
              </a:rPr>
              <a:t>THE PROBLEM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13347"/>
            <a:ext cx="4480560" cy="791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Analysts must </a:t>
            </a:r>
            <a:r>
              <a:rPr lang="en-US" sz="1600" b="0" i="0">
                <a:solidFill>
                  <a:srgbClr val="FFFFFF"/>
                </a:solidFill>
                <a:latin typeface="Arial"/>
              </a:rPr>
              <a:t>assess</a:t>
            </a:r>
            <a:r>
              <a:rPr sz="1600" b="0" i="0">
                <a:solidFill>
                  <a:srgbClr val="FFFFFF"/>
                </a:solidFill>
                <a:latin typeface="Arial"/>
              </a:rPr>
              <a:t> a new regulation while understanding how citizens, businesses and the media will respond.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3401568"/>
            <a:ext cx="402336" cy="402336"/>
          </a:xfrm>
          <a:prstGeom prst="ellipse">
            <a:avLst/>
          </a:prstGeom>
          <a:solidFill>
            <a:srgbClr val="A44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_fi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502152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3401568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Long rule text, split across drafts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904488"/>
            <a:ext cx="402336" cy="402336"/>
          </a:xfrm>
          <a:prstGeom prst="ellipse">
            <a:avLst/>
          </a:prstGeom>
          <a:solidFill>
            <a:srgbClr val="A44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_comment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005072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3904488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Thousands of public comments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4407408"/>
            <a:ext cx="402336" cy="402336"/>
          </a:xfrm>
          <a:prstGeom prst="ellipse">
            <a:avLst/>
          </a:prstGeom>
          <a:solidFill>
            <a:srgbClr val="A44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_video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507992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4407408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News coverage and online video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910328"/>
            <a:ext cx="402336" cy="402336"/>
          </a:xfrm>
          <a:prstGeom prst="ellipse">
            <a:avLst/>
          </a:prstGeom>
          <a:solidFill>
            <a:srgbClr val="A44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hourglas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010912"/>
            <a:ext cx="201168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910328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Weeks of manual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78308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861F41"/>
                </a:solidFill>
                <a:latin typeface="Arial"/>
              </a:rPr>
              <a:t>What the challenge asks for</a:t>
            </a:r>
          </a:p>
        </p:txBody>
      </p:sp>
      <p:sp>
        <p:nvSpPr>
          <p:cNvPr id="21" name="Oval 20"/>
          <p:cNvSpPr/>
          <p:nvPr/>
        </p:nvSpPr>
        <p:spPr>
          <a:xfrm>
            <a:off x="6007607" y="2304288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2419959"/>
            <a:ext cx="189280" cy="189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22860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Summarize policies and compare revisions</a:t>
            </a:r>
          </a:p>
        </p:txBody>
      </p:sp>
      <p:sp>
        <p:nvSpPr>
          <p:cNvPr id="24" name="Oval 23"/>
          <p:cNvSpPr/>
          <p:nvPr/>
        </p:nvSpPr>
        <p:spPr>
          <a:xfrm>
            <a:off x="6007607" y="2944368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3060039"/>
            <a:ext cx="189280" cy="189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29400" y="29260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Detect recurring concerns and keep minority viewpoints</a:t>
            </a:r>
          </a:p>
        </p:txBody>
      </p:sp>
      <p:sp>
        <p:nvSpPr>
          <p:cNvPr id="27" name="Oval 26"/>
          <p:cNvSpPr/>
          <p:nvPr/>
        </p:nvSpPr>
        <p:spPr>
          <a:xfrm>
            <a:off x="6007607" y="3584448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3700119"/>
            <a:ext cx="189280" cy="1892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29400" y="35661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Connect news and opinion to the authoritative text</a:t>
            </a:r>
          </a:p>
        </p:txBody>
      </p:sp>
      <p:sp>
        <p:nvSpPr>
          <p:cNvPr id="30" name="Oval 29"/>
          <p:cNvSpPr/>
          <p:nvPr/>
        </p:nvSpPr>
        <p:spPr>
          <a:xfrm>
            <a:off x="6007607" y="4224527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4340199"/>
            <a:ext cx="189280" cy="189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29400" y="42062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Produce evidence-grounded analyst briefings with citations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007607" y="4864607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4980279"/>
            <a:ext cx="189280" cy="189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29400" y="48463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Separate policy text, reporting, opinion and AI interpretation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007607" y="5504688"/>
            <a:ext cx="420624" cy="420624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c_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279" y="5620359"/>
            <a:ext cx="189280" cy="1892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29400" y="5486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3A3C3D"/>
                </a:solidFill>
                <a:latin typeface="Arial"/>
              </a:rPr>
              <a:t>Protect personal data and keep humans responsible for conclusions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lang="en-US" sz="3000" b="1">
                <a:solidFill>
                  <a:schemeClr val="tx1"/>
                </a:solidFill>
                <a:latin typeface="Arial"/>
              </a:rPr>
              <a:t>Policy Document: Ending 'Duration of Status</a:t>
            </a:r>
            <a:r>
              <a:rPr lang="en-US" sz="3000" b="1">
                <a:solidFill>
                  <a:schemeClr val="tx1"/>
                </a:solidFill>
              </a:rPr>
              <a:t>'</a:t>
            </a:r>
            <a:endParaRPr lang="en-US" sz="30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1024128"/>
            <a:ext cx="11247120" cy="436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368"/>
                </a:solidFill>
                <a:latin typeface="Arial"/>
              </a:rPr>
              <a:t>A DHS rule replacing </a:t>
            </a:r>
            <a:r>
              <a:rPr lang="en-US" sz="1400" b="0" i="0">
                <a:solidFill>
                  <a:srgbClr val="5F6368"/>
                </a:solidFill>
                <a:latin typeface="Arial"/>
              </a:rPr>
              <a:t>D/S</a:t>
            </a:r>
            <a:r>
              <a:rPr sz="1400" b="0" i="0">
                <a:solidFill>
                  <a:srgbClr val="5F6368"/>
                </a:solidFill>
                <a:latin typeface="Arial"/>
              </a:rPr>
              <a:t> stay for international students (F), exchange visitors (J) and foreign media (I) with fixed admission periods of up to four years.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2194560"/>
            <a:ext cx="9966960" cy="0"/>
          </a:xfrm>
          <a:prstGeom prst="line">
            <a:avLst/>
          </a:prstGeom>
          <a:ln w="25400">
            <a:solidFill>
              <a:srgbClr val="C9C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645920" y="2057400"/>
            <a:ext cx="274320" cy="27432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8620" y="2468879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861F41"/>
                </a:solidFill>
                <a:latin typeface="Arial"/>
              </a:rPr>
              <a:t>Aug 28,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" y="281635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A3C3D"/>
                </a:solidFill>
                <a:latin typeface="Arial"/>
              </a:rPr>
              <a:t>Proposed rule (V1)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" y="3136391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6368"/>
                </a:solidFill>
                <a:latin typeface="Arial"/>
              </a:rPr>
              <a:t>Federal Register 2025-16554</a:t>
            </a:r>
          </a:p>
        </p:txBody>
      </p:sp>
      <p:sp>
        <p:nvSpPr>
          <p:cNvPr id="9" name="Oval 8"/>
          <p:cNvSpPr/>
          <p:nvPr/>
        </p:nvSpPr>
        <p:spPr>
          <a:xfrm>
            <a:off x="4480559" y="2057400"/>
            <a:ext cx="274320" cy="27432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3260" y="2468879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861F41"/>
                </a:solidFill>
                <a:latin typeface="Arial"/>
              </a:rPr>
              <a:t>2025 comment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3260" y="281635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A3C3D"/>
                </a:solidFill>
                <a:latin typeface="Arial"/>
              </a:rPr>
              <a:t>21,923 public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3260" y="3136391"/>
            <a:ext cx="2788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i="0" err="1">
                <a:solidFill>
                  <a:srgbClr val="5F6368"/>
                </a:solidFill>
                <a:latin typeface="Arial"/>
              </a:rPr>
              <a:t>Regulations.gov</a:t>
            </a:r>
            <a:r>
              <a:rPr sz="1100" b="0" i="0">
                <a:solidFill>
                  <a:srgbClr val="5F6368"/>
                </a:solidFill>
                <a:latin typeface="Arial"/>
              </a:rPr>
              <a:t> docket ICEB-2025-0001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057400"/>
            <a:ext cx="274320" cy="27432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7900" y="2468879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861F41"/>
                </a:solidFill>
                <a:latin typeface="Arial"/>
              </a:rPr>
              <a:t>Jul 17,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7900" y="281635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A3C3D"/>
                </a:solidFill>
                <a:latin typeface="Arial"/>
              </a:rPr>
              <a:t>Final rule (V2)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7900" y="3136391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6368"/>
                </a:solidFill>
                <a:latin typeface="Arial"/>
              </a:rPr>
              <a:t>Federal Register 2026-14439</a:t>
            </a:r>
          </a:p>
        </p:txBody>
      </p:sp>
      <p:sp>
        <p:nvSpPr>
          <p:cNvPr id="17" name="Oval 16"/>
          <p:cNvSpPr/>
          <p:nvPr/>
        </p:nvSpPr>
        <p:spPr>
          <a:xfrm>
            <a:off x="10149840" y="2057400"/>
            <a:ext cx="274320" cy="274320"/>
          </a:xfrm>
          <a:prstGeom prst="ellipse">
            <a:avLst/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2540" y="2468879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64600"/>
                </a:solidFill>
                <a:latin typeface="Arial"/>
              </a:rPr>
              <a:t>Sep 14,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2540" y="281635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A3C3D"/>
                </a:solidFill>
                <a:latin typeface="Arial"/>
              </a:rPr>
              <a:t>Federal court postpones the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2540" y="3136391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6368"/>
                </a:solidFill>
                <a:latin typeface="Arial"/>
              </a:rPr>
              <a:t>One day before its Sept 15 effective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" y="3867911"/>
            <a:ext cx="8229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61F41"/>
                </a:solidFill>
                <a:latin typeface="Arial"/>
              </a:rPr>
              <a:t>Why it matters in Virginia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861F41"/>
                </a:solidFill>
                <a:latin typeface="Arial"/>
              </a:rPr>
              <a:t>23,000+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02352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A3C3D"/>
                </a:solidFill>
                <a:latin typeface="Arial"/>
              </a:rPr>
              <a:t>international students studied in Virginia in 2024–25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29768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389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861F41"/>
                </a:solidFill>
                <a:latin typeface="Arial"/>
              </a:rPr>
              <a:t>$893.5M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02352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A3C3D"/>
                </a:solidFill>
                <a:latin typeface="Arial"/>
              </a:rPr>
              <a:t>contributed to the Commonwealth’s economy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861F41"/>
                </a:solidFill>
                <a:latin typeface="Arial"/>
              </a:rPr>
              <a:t>7,801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102352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A3C3D"/>
                </a:solidFill>
                <a:latin typeface="Arial"/>
              </a:rPr>
              <a:t>Virginia jobs supported by international students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Sources: Federal Register; </a:t>
            </a:r>
            <a:r>
              <a:rPr sz="900" b="0" i="0" err="1">
                <a:solidFill>
                  <a:srgbClr val="5F6368"/>
                </a:solidFill>
                <a:latin typeface="Arial"/>
              </a:rPr>
              <a:t>Regulations.gov</a:t>
            </a:r>
            <a:r>
              <a:rPr sz="900" b="0" i="0">
                <a:solidFill>
                  <a:srgbClr val="5F6368"/>
                </a:solidFill>
                <a:latin typeface="Arial"/>
              </a:rPr>
              <a:t>; NAFSA International Student Economic Value Tool (2024–25), via Higher Ed Immigration Portal and Cardinal News.</a:t>
            </a:r>
            <a:endParaRPr lang="en-US" sz="900" b="0" i="0">
              <a:solidFill>
                <a:srgbClr val="5F6368"/>
              </a:solidFill>
              <a:latin typeface="Arial"/>
            </a:endParaRPr>
          </a:p>
          <a:p>
            <a:r>
              <a:rPr lang="en-US" sz="900">
                <a:solidFill>
                  <a:srgbClr val="5F6368"/>
                </a:solidFill>
              </a:rPr>
              <a:t>https://</a:t>
            </a:r>
            <a:r>
              <a:rPr lang="en-US" sz="900" err="1">
                <a:solidFill>
                  <a:srgbClr val="5F6368"/>
                </a:solidFill>
              </a:rPr>
              <a:t>www.nafsa.org</a:t>
            </a:r>
            <a:r>
              <a:rPr lang="en-US" sz="900">
                <a:solidFill>
                  <a:srgbClr val="5F6368"/>
                </a:solidFill>
              </a:rPr>
              <a:t>/</a:t>
            </a:r>
            <a:r>
              <a:rPr lang="en-US" sz="900" err="1">
                <a:solidFill>
                  <a:srgbClr val="5F6368"/>
                </a:solidFill>
              </a:rPr>
              <a:t>isev</a:t>
            </a:r>
            <a:r>
              <a:rPr lang="en-US" sz="900">
                <a:solidFill>
                  <a:srgbClr val="5F6368"/>
                </a:solidFill>
              </a:rPr>
              <a:t>/reports/</a:t>
            </a:r>
            <a:r>
              <a:rPr lang="en-US" sz="900" err="1">
                <a:solidFill>
                  <a:srgbClr val="5F6368"/>
                </a:solidFill>
              </a:rPr>
              <a:t>state?year</a:t>
            </a:r>
            <a:r>
              <a:rPr lang="en-US" sz="900">
                <a:solidFill>
                  <a:srgbClr val="5F6368"/>
                </a:solidFill>
              </a:rPr>
              <a:t>=2024&amp;state=VA</a:t>
            </a:r>
            <a:endParaRPr lang="en-US" sz="900" b="0" i="0">
              <a:solidFill>
                <a:srgbClr val="5F636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lang="en-US" sz="3000" b="1" err="1">
                <a:solidFill>
                  <a:schemeClr val="tx1"/>
                </a:solidFill>
              </a:rPr>
              <a:t>PolicyLens</a:t>
            </a:r>
            <a:r>
              <a:rPr lang="en-US" sz="3000" b="1">
                <a:solidFill>
                  <a:schemeClr val="tx1"/>
                </a:solidFill>
              </a:rPr>
              <a:t>: Policy Insights at a Glance</a:t>
            </a:r>
            <a:endParaRPr lang="en-US" sz="3000" b="1">
              <a:solidFill>
                <a:schemeClr val="tx1"/>
              </a:solidFill>
              <a:latin typeface="Arial"/>
            </a:endParaRPr>
          </a:p>
        </p:txBody>
      </p:sp>
      <p:pic>
        <p:nvPicPr>
          <p:cNvPr id="3" name="Picture 2" descr="Illustration of a policy analyst at her desk using PolicyL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532313" cy="4892040"/>
          </a:xfrm>
          <a:prstGeom prst="roundRect">
            <a:avLst>
              <a:gd name="adj" fmla="val 350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355080" y="1280160"/>
            <a:ext cx="539496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A3C3D"/>
                </a:solidFill>
                <a:latin typeface="Arial"/>
              </a:rPr>
              <a:t>A new federal rule for international students lands on a policy analyst’s desk</a:t>
            </a:r>
            <a:r>
              <a:rPr lang="en-US" sz="1500" b="0" i="0">
                <a:solidFill>
                  <a:srgbClr val="3A3C3D"/>
                </a:solidFill>
                <a:latin typeface="Arial"/>
              </a:rPr>
              <a:t>. </a:t>
            </a:r>
            <a:r>
              <a:rPr lang="en-US" sz="1500" b="0" i="0" err="1">
                <a:solidFill>
                  <a:srgbClr val="3A3C3D"/>
                </a:solidFill>
                <a:latin typeface="Arial"/>
              </a:rPr>
              <a:t>PolicyLen</a:t>
            </a:r>
            <a:r>
              <a:rPr lang="en-US" sz="1500" err="1">
                <a:solidFill>
                  <a:srgbClr val="3A3C3D"/>
                </a:solidFill>
              </a:rPr>
              <a:t>s</a:t>
            </a:r>
            <a:r>
              <a:rPr lang="en-US" sz="1500">
                <a:solidFill>
                  <a:srgbClr val="3A3C3D"/>
                </a:solidFill>
              </a:rPr>
              <a:t> assists the analysts to:</a:t>
            </a:r>
            <a:endParaRPr sz="1500" b="0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55080" y="2224224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1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5160" y="2221992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>
                <a:solidFill>
                  <a:srgbClr val="3A3C3D"/>
                </a:solidFill>
                <a:latin typeface="Arial"/>
              </a:rPr>
              <a:t>Obtain document summaries, compare proposed and final versions </a:t>
            </a:r>
            <a:endParaRPr sz="15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95160" y="2705283"/>
            <a:ext cx="4853538" cy="187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F6368"/>
                </a:solidFill>
                <a:latin typeface="Arial"/>
              </a:rPr>
              <a:t>23 policy 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provisions</a:t>
            </a:r>
            <a:r>
              <a:rPr sz="1250" b="0" i="0">
                <a:solidFill>
                  <a:srgbClr val="5F6368"/>
                </a:solidFill>
                <a:latin typeface="Arial"/>
              </a:rPr>
              <a:t> compared: 13 unchanged, 6 modified, 4 added.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3215841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2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95160" y="3220427"/>
            <a:ext cx="4754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>
                <a:solidFill>
                  <a:srgbClr val="3A3C3D"/>
                </a:solidFill>
                <a:latin typeface="Arial"/>
              </a:rPr>
              <a:t>Analyze the public comments and sentiments</a:t>
            </a:r>
            <a:endParaRPr sz="15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160" y="347844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F6368"/>
                </a:solidFill>
                <a:latin typeface="Arial"/>
              </a:rPr>
              <a:t>9,999 comments grouped by concern, sentiment and emotion.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4104679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104679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>
                <a:solidFill>
                  <a:srgbClr val="3A3C3D"/>
                </a:solidFill>
                <a:latin typeface="Arial"/>
              </a:rPr>
              <a:t>Digest claims and stakeholder perspectives from news articles and media</a:t>
            </a:r>
            <a:endParaRPr sz="15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95160" y="4614608"/>
            <a:ext cx="4853539" cy="389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250">
                <a:solidFill>
                  <a:srgbClr val="5F6368"/>
                </a:solidFill>
              </a:rPr>
              <a:t>C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laims and stakeholder perspectives extracted; claims corroborated against official policy text with evidence-grounding scores.</a:t>
            </a:r>
            <a:endParaRPr sz="1250" b="0" i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355080" y="5250888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4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5250888"/>
            <a:ext cx="4754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>
                <a:solidFill>
                  <a:srgbClr val="3A3C3D"/>
                </a:solidFill>
                <a:latin typeface="Arial"/>
              </a:rPr>
              <a:t>View a combined briefing document</a:t>
            </a:r>
            <a:endParaRPr sz="1500" b="1" i="0">
              <a:solidFill>
                <a:srgbClr val="3A3C3D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5160" y="5533127"/>
            <a:ext cx="4754880" cy="389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250">
                <a:solidFill>
                  <a:srgbClr val="5F6368"/>
                </a:solidFill>
              </a:rPr>
              <a:t>The analyst makes final conclusions by check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ing</a:t>
            </a:r>
            <a:r>
              <a:rPr sz="1250" b="0" i="0">
                <a:solidFill>
                  <a:srgbClr val="5F6368"/>
                </a:solidFill>
                <a:latin typeface="Arial"/>
              </a:rPr>
              <a:t> each AI verdict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 against citations</a:t>
            </a:r>
            <a:r>
              <a:rPr sz="1250" b="0" i="0">
                <a:solidFill>
                  <a:srgbClr val="5F6368"/>
                </a:solidFill>
                <a:latin typeface="Arial"/>
              </a:rPr>
              <a:t>, then download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s</a:t>
            </a:r>
            <a:r>
              <a:rPr sz="1250" b="0" i="0">
                <a:solidFill>
                  <a:srgbClr val="5F6368"/>
                </a:solidFill>
                <a:latin typeface="Arial"/>
              </a:rPr>
              <a:t> </a:t>
            </a:r>
            <a:r>
              <a:rPr lang="en-US" sz="1250" b="0" i="0">
                <a:solidFill>
                  <a:srgbClr val="5F6368"/>
                </a:solidFill>
                <a:latin typeface="Arial"/>
              </a:rPr>
              <a:t>the</a:t>
            </a:r>
            <a:r>
              <a:rPr sz="1250" b="0" i="0">
                <a:solidFill>
                  <a:srgbClr val="5F6368"/>
                </a:solidFill>
                <a:latin typeface="Arial"/>
              </a:rPr>
              <a:t> one-page briefing.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lang="en-US" sz="3000" b="1">
                <a:solidFill>
                  <a:schemeClr val="tx1"/>
                </a:solidFill>
                <a:latin typeface="Arial"/>
              </a:rPr>
              <a:t>System Design</a:t>
            </a:r>
            <a:endParaRPr sz="3000" b="1">
              <a:solidFill>
                <a:schemeClr val="tx1"/>
              </a:solidFill>
              <a:latin typeface="Arial"/>
            </a:endParaRPr>
          </a:p>
        </p:txBody>
      </p:sp>
      <p:pic>
        <p:nvPicPr>
          <p:cNvPr id="4" name="Picture 3" descr="Architecture: sources, processing streams and analyst vie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1259947"/>
            <a:ext cx="10789920" cy="4820564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sz="3000" b="1">
                <a:solidFill>
                  <a:schemeClr val="tx1"/>
                </a:solidFill>
                <a:latin typeface="Arial"/>
              </a:rPr>
              <a:t>Results for ICEB-2025-0001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9611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One real example from each component, taken from the outputs committed to our repository.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43584"/>
            <a:ext cx="5550408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1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91392"/>
            <a:ext cx="23774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C64600"/>
                </a:solidFill>
                <a:latin typeface="Arial"/>
              </a:rPr>
              <a:t>POLICY </a:t>
            </a:r>
            <a:r>
              <a:rPr lang="en-US" sz="1050" b="1" i="0">
                <a:solidFill>
                  <a:srgbClr val="C64600"/>
                </a:solidFill>
                <a:latin typeface="Arial"/>
              </a:rPr>
              <a:t>PROVISIONS</a:t>
            </a:r>
            <a:endParaRPr sz="1050" b="1" i="0">
              <a:solidFill>
                <a:srgbClr val="C646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1353312"/>
            <a:ext cx="2990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F6368"/>
                </a:solidFill>
                <a:latin typeface="Arial"/>
              </a:rPr>
              <a:t>23 provisions compared · 6 modified · 4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A3C3D"/>
                </a:solidFill>
                <a:latin typeface="Arial"/>
              </a:rPr>
              <a:t>Graduate F-1 students changing programs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7"/>
            <a:ext cx="2523744" cy="1371875"/>
          </a:xfrm>
          <a:prstGeom prst="roundRect">
            <a:avLst>
              <a:gd name="adj" fmla="val 7000"/>
            </a:avLst>
          </a:prstGeom>
          <a:solidFill>
            <a:srgbClr val="F8EC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1F41"/>
                </a:solidFill>
                <a:latin typeface="Arial"/>
              </a:rPr>
              <a:t>PROPOSED RULE (V1) · FR 2025-16554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31136"/>
            <a:ext cx="22860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“Prohibiting F-1 students at the graduate education level from changing programs at any point during a program of study.”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938528"/>
            <a:ext cx="2523744" cy="1371874"/>
          </a:xfrm>
          <a:prstGeom prst="roundRect">
            <a:avLst>
              <a:gd name="adj" fmla="val 7000"/>
            </a:avLst>
          </a:prstGeom>
          <a:solidFill>
            <a:srgbClr val="F8EC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1F41"/>
                </a:solidFill>
                <a:latin typeface="Arial"/>
              </a:rPr>
              <a:t>FINAL RULE (V2) · FR 2026-14439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22860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“… from changing educational objectives … [or] transferring at any point during their program of study, unless an exception is authorized by SEVP for extenuating circumstances.”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8241" y="3049716"/>
            <a:ext cx="821496" cy="228600"/>
          </a:xfrm>
          <a:prstGeom prst="roundRect">
            <a:avLst>
              <a:gd name="adj" fmla="val 50000"/>
            </a:avLst>
          </a:prstGeom>
          <a:solidFill>
            <a:srgbClr val="A86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MODIFIED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1327" y="3051787"/>
            <a:ext cx="889894" cy="228600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VALIDATED</a:t>
            </a:r>
            <a:endParaRPr sz="850"/>
          </a:p>
        </p:txBody>
      </p:sp>
      <p:sp>
        <p:nvSpPr>
          <p:cNvPr id="18" name="TextBox 17"/>
          <p:cNvSpPr txBox="1"/>
          <p:nvPr/>
        </p:nvSpPr>
        <p:spPr>
          <a:xfrm>
            <a:off x="640079" y="3383555"/>
            <a:ext cx="4906281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A4A1E"/>
                </a:solidFill>
                <a:latin typeface="Arial"/>
              </a:rPr>
              <a:t>AI</a:t>
            </a:r>
            <a:r>
              <a:rPr lang="en-US" sz="950" b="1" i="0">
                <a:solidFill>
                  <a:srgbClr val="9A4A1E"/>
                </a:solidFill>
                <a:latin typeface="Arial"/>
              </a:rPr>
              <a:t> summary</a:t>
            </a:r>
            <a:r>
              <a:rPr sz="950" b="1" i="0">
                <a:solidFill>
                  <a:srgbClr val="9A4A1E"/>
                </a:solidFill>
                <a:latin typeface="Arial"/>
              </a:rPr>
              <a:t>: </a:t>
            </a:r>
            <a:r>
              <a:rPr sz="950" b="0" i="1">
                <a:solidFill>
                  <a:srgbClr val="5F6368"/>
                </a:solidFill>
                <a:latin typeface="Arial"/>
              </a:rPr>
              <a:t>the final rule extends the ban to transfers but adds SEVP exceptions.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43584"/>
            <a:ext cx="5550408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1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C64600"/>
                </a:solidFill>
                <a:latin typeface="Arial"/>
              </a:rPr>
              <a:t>PUBLIC COMMENTS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353312"/>
            <a:ext cx="2990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F6368"/>
                </a:solidFill>
                <a:latin typeface="Arial"/>
              </a:rPr>
              <a:t>~10k PII-removed comments · 71.5% on loss of D/S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27632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A3C3D"/>
                </a:solidFill>
                <a:latin typeface="Arial"/>
              </a:rPr>
              <a:t>A specific concern surfaced from ~10k comments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2268" y="1936452"/>
            <a:ext cx="2523744" cy="1490472"/>
          </a:xfrm>
          <a:prstGeom prst="roundRect">
            <a:avLst>
              <a:gd name="adj" fmla="val 7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0284" y="2009604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6E72"/>
                </a:solidFill>
                <a:latin typeface="Arial"/>
              </a:rPr>
              <a:t>CONCERN CLUSTERS (BERTOPIC)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0284" y="22473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3A3C3D"/>
                </a:solidFill>
                <a:latin typeface="Arial"/>
              </a:rPr>
              <a:t>Loss of D/S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5852" y="2279352"/>
            <a:ext cx="822960" cy="82296"/>
          </a:xfrm>
          <a:prstGeom prst="roundRect">
            <a:avLst>
              <a:gd name="adj" fmla="val 30000"/>
            </a:avLst>
          </a:prstGeom>
          <a:solidFill>
            <a:srgbClr val="C9A3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14532" y="2247348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7,152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0284" y="239822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3A3C3D"/>
                </a:solidFill>
                <a:latin typeface="Arial"/>
              </a:rPr>
              <a:t>Same-level degrees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5852" y="2430228"/>
            <a:ext cx="124847" cy="82296"/>
          </a:xfrm>
          <a:prstGeom prst="roundRect">
            <a:avLst>
              <a:gd name="adj" fmla="val 30000"/>
            </a:avLst>
          </a:prstGeom>
          <a:solidFill>
            <a:srgbClr val="C9A3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6419" y="239822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1,085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0284" y="25491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3A3C3D"/>
                </a:solidFill>
                <a:latin typeface="Arial"/>
              </a:rPr>
              <a:t>Economic impact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5852" y="2581104"/>
            <a:ext cx="54311" cy="82296"/>
          </a:xfrm>
          <a:prstGeom prst="roundRect">
            <a:avLst>
              <a:gd name="adj" fmla="val 30000"/>
            </a:avLst>
          </a:prstGeom>
          <a:solidFill>
            <a:srgbClr val="C9A3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45883" y="2549100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472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0284" y="26999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3A3C3D"/>
                </a:solidFill>
                <a:latin typeface="Arial"/>
              </a:rPr>
              <a:t>Global talent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5852" y="2731980"/>
            <a:ext cx="27432" cy="82296"/>
          </a:xfrm>
          <a:prstGeom prst="roundRect">
            <a:avLst>
              <a:gd name="adj" fmla="val 30000"/>
            </a:avLst>
          </a:prstGeom>
          <a:solidFill>
            <a:srgbClr val="C9A3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19004" y="2699976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192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0284" y="28508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861F41"/>
                </a:solidFill>
                <a:latin typeface="Arial"/>
              </a:rPr>
              <a:t>Physician training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5852" y="2882856"/>
            <a:ext cx="27432" cy="82296"/>
          </a:xfrm>
          <a:prstGeom prst="roundRect">
            <a:avLst>
              <a:gd name="adj" fmla="val 30000"/>
            </a:avLst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19004" y="285085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861F41"/>
                </a:solidFill>
                <a:latin typeface="Arial"/>
              </a:rPr>
              <a:t>135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0284" y="300172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3A3C3D"/>
                </a:solidFill>
                <a:latin typeface="Arial"/>
              </a:rPr>
              <a:t>Supports the rule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5852" y="3033732"/>
            <a:ext cx="27432" cy="82296"/>
          </a:xfrm>
          <a:prstGeom prst="roundRect">
            <a:avLst>
              <a:gd name="adj" fmla="val 30000"/>
            </a:avLst>
          </a:prstGeom>
          <a:solidFill>
            <a:srgbClr val="E575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19004" y="3001728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91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1938528"/>
            <a:ext cx="2523744" cy="1490472"/>
          </a:xfrm>
          <a:prstGeom prst="roundRect">
            <a:avLst>
              <a:gd name="adj" fmla="val 7000"/>
            </a:avLst>
          </a:prstGeom>
          <a:solidFill>
            <a:srgbClr val="F1EF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2011680"/>
            <a:ext cx="229514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6E72"/>
                </a:solidFill>
                <a:latin typeface="Arial"/>
              </a:rPr>
              <a:t>COMMENT</a:t>
            </a:r>
            <a:r>
              <a:rPr lang="en-US" sz="850" b="1" i="0">
                <a:solidFill>
                  <a:srgbClr val="6B6E72"/>
                </a:solidFill>
                <a:latin typeface="Arial"/>
              </a:rPr>
              <a:t> TOPIC:</a:t>
            </a:r>
            <a:r>
              <a:rPr sz="850" b="1" i="0">
                <a:solidFill>
                  <a:srgbClr val="6B6E72"/>
                </a:solidFill>
                <a:latin typeface="Arial"/>
              </a:rPr>
              <a:t> </a:t>
            </a:r>
            <a:r>
              <a:rPr sz="850" b="1" i="0">
                <a:solidFill>
                  <a:schemeClr val="accent1"/>
                </a:solidFill>
                <a:latin typeface="Arial"/>
              </a:rPr>
              <a:t>P</a:t>
            </a:r>
            <a:r>
              <a:rPr lang="en-US" sz="850" b="1" i="0">
                <a:solidFill>
                  <a:schemeClr val="accent1"/>
                </a:solidFill>
                <a:latin typeface="Arial"/>
              </a:rPr>
              <a:t>hysician Training</a:t>
            </a:r>
            <a:endParaRPr sz="850" b="1" i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83096" y="2231136"/>
            <a:ext cx="22860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“The proposed rule would be incredibly disruptive to the training of physicians. With current physician shortages, particularly in rural areas, this would endanger medical care …”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3630" y="3130146"/>
            <a:ext cx="1337584" cy="22860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SENTIMENT: NEGATIVE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9457" y="3127276"/>
            <a:ext cx="1057777" cy="228600"/>
          </a:xfrm>
          <a:prstGeom prst="roundRect">
            <a:avLst>
              <a:gd name="adj" fmla="val 50000"/>
            </a:avLst>
          </a:prstGeom>
          <a:solidFill>
            <a:srgbClr val="6B6E72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850" b="1">
                <a:solidFill>
                  <a:schemeClr val="bg1"/>
                </a:solidFill>
              </a:rPr>
              <a:t>EMOTION: ANGER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858768"/>
            <a:ext cx="5550408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1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39684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C64600"/>
                </a:solidFill>
                <a:latin typeface="Arial"/>
              </a:rPr>
              <a:t>NEWS CLAIM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4351" y="4014271"/>
            <a:ext cx="3290377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50">
                <a:solidFill>
                  <a:srgbClr val="5F6368"/>
                </a:solidFill>
              </a:rPr>
              <a:t>88 articles · </a:t>
            </a:r>
            <a:r>
              <a:rPr sz="950" b="0" i="0">
                <a:solidFill>
                  <a:srgbClr val="5F6368"/>
                </a:solidFill>
                <a:latin typeface="Arial"/>
              </a:rPr>
              <a:t>1,188 claims · </a:t>
            </a:r>
            <a:r>
              <a:rPr lang="en-US" sz="950">
                <a:solidFill>
                  <a:srgbClr val="5F6368"/>
                </a:solidFill>
              </a:rPr>
              <a:t>196</a:t>
            </a:r>
            <a:r>
              <a:rPr sz="950" b="0" i="0">
                <a:solidFill>
                  <a:srgbClr val="5F6368"/>
                </a:solidFill>
                <a:latin typeface="Arial"/>
              </a:rPr>
              <a:t> </a:t>
            </a:r>
            <a:r>
              <a:rPr lang="en-US" sz="950" b="0" i="0">
                <a:solidFill>
                  <a:srgbClr val="5F6368"/>
                </a:solidFill>
                <a:latin typeface="Arial"/>
              </a:rPr>
              <a:t>viewpoints</a:t>
            </a:r>
            <a:r>
              <a:rPr sz="950" b="0" i="0">
                <a:solidFill>
                  <a:srgbClr val="5F6368"/>
                </a:solidFill>
                <a:latin typeface="Arial"/>
              </a:rPr>
              <a:t> · 3,489 citations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242816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A3C3D"/>
                </a:solidFill>
                <a:latin typeface="Arial"/>
              </a:rPr>
              <a:t>News18: </a:t>
            </a:r>
            <a:r>
              <a:rPr sz="1000" b="0" i="0">
                <a:solidFill>
                  <a:srgbClr val="861F41"/>
                </a:solidFill>
                <a:latin typeface="Arial"/>
                <a:hlinkClick r:id="rId3"/>
              </a:rPr>
              <a:t>US Plans To End “Visa Abuse” By Limiting How Long Foreign Students…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553711"/>
            <a:ext cx="2523744" cy="1362401"/>
          </a:xfrm>
          <a:prstGeom prst="roundRect">
            <a:avLst>
              <a:gd name="adj" fmla="val 7000"/>
            </a:avLst>
          </a:prstGeom>
          <a:solidFill>
            <a:srgbClr val="F1EF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8096" y="4626864"/>
            <a:ext cx="229514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50" b="1" i="0">
                <a:solidFill>
                  <a:srgbClr val="6B6E72"/>
                </a:solidFill>
                <a:latin typeface="Arial"/>
              </a:rPr>
              <a:t>ARTICLE CLAIM:</a:t>
            </a:r>
            <a:endParaRPr sz="850" b="1" i="0">
              <a:solidFill>
                <a:srgbClr val="6B6E72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8096" y="4846320"/>
            <a:ext cx="2012579" cy="61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3A3C3D"/>
                </a:solidFill>
                <a:latin typeface="Arial"/>
              </a:rPr>
              <a:t>The new proposal would grant admission for the length of a student’s program, up to a maximum of four years.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00984" y="4553712"/>
            <a:ext cx="2523744" cy="1362400"/>
          </a:xfrm>
          <a:prstGeom prst="roundRect">
            <a:avLst>
              <a:gd name="adj" fmla="val 7000"/>
            </a:avLst>
          </a:prstGeom>
          <a:solidFill>
            <a:srgbClr val="F8EC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29000" y="4626864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1F41"/>
                </a:solidFill>
                <a:latin typeface="Arial"/>
              </a:rPr>
              <a:t>EVIDENCE · 8 CFR 214.2(f)(5)(i), V1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4846320"/>
            <a:ext cx="22860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“An F-1 student is admitted for a fixed period of time, which is the period necessary to complete the course of study … not to exceed a period of 4 years …”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75523" y="5621391"/>
            <a:ext cx="889894" cy="228600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850" b="1">
                <a:solidFill>
                  <a:schemeClr val="bg1"/>
                </a:solidFill>
              </a:rPr>
              <a:t>SUPPORTED</a:t>
            </a:r>
            <a:endParaRPr sz="850" b="1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079" y="5961888"/>
            <a:ext cx="4906281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chemeClr val="accent1"/>
                </a:solidFill>
                <a:latin typeface="Arial"/>
              </a:rPr>
              <a:t>Stakeholder</a:t>
            </a:r>
            <a:r>
              <a:rPr lang="en-US" sz="950" b="1" i="0">
                <a:solidFill>
                  <a:schemeClr val="accent1"/>
                </a:solidFill>
                <a:latin typeface="Arial"/>
              </a:rPr>
              <a:t> Viewpoint:</a:t>
            </a:r>
            <a:r>
              <a:rPr sz="950" b="1" i="0">
                <a:solidFill>
                  <a:srgbClr val="3A3C3D"/>
                </a:solidFill>
                <a:latin typeface="Arial"/>
              </a:rPr>
              <a:t> Fanta Aw, NAFSA (</a:t>
            </a:r>
            <a:r>
              <a:rPr lang="en-US" sz="950" b="1" i="0">
                <a:solidFill>
                  <a:srgbClr val="C00000"/>
                </a:solidFill>
                <a:latin typeface="Arial"/>
              </a:rPr>
              <a:t>OPPOSES</a:t>
            </a:r>
            <a:r>
              <a:rPr sz="950" b="1" i="0">
                <a:solidFill>
                  <a:srgbClr val="3A3C3D"/>
                </a:solidFill>
                <a:latin typeface="Arial"/>
              </a:rPr>
              <a:t>): </a:t>
            </a:r>
            <a:r>
              <a:rPr lang="en-US" sz="950" i="1">
                <a:solidFill>
                  <a:srgbClr val="5F6368"/>
                </a:solidFill>
              </a:rPr>
              <a:t>"</a:t>
            </a:r>
            <a:r>
              <a:rPr sz="950" b="0" i="1">
                <a:solidFill>
                  <a:srgbClr val="5F6368"/>
                </a:solidFill>
                <a:latin typeface="Arial"/>
              </a:rPr>
              <a:t>an additional deterrent to international students choosing to study in the United States</a:t>
            </a:r>
            <a:r>
              <a:rPr lang="en-US" sz="950" b="0" i="1">
                <a:solidFill>
                  <a:srgbClr val="5F6368"/>
                </a:solidFill>
                <a:latin typeface="Arial"/>
              </a:rPr>
              <a:t>"</a:t>
            </a:r>
            <a:endParaRPr sz="950" b="0" i="1">
              <a:solidFill>
                <a:srgbClr val="5F6368"/>
              </a:solidFill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172200" y="3858768"/>
            <a:ext cx="5550408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1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55080" y="39684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C64600"/>
                </a:solidFill>
                <a:latin typeface="Arial"/>
              </a:rPr>
              <a:t>VIDEO CLAIM 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014271"/>
            <a:ext cx="29900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50">
                <a:solidFill>
                  <a:srgbClr val="5F6368"/>
                </a:solidFill>
              </a:rPr>
              <a:t>10 videos · </a:t>
            </a:r>
            <a:r>
              <a:rPr sz="950" b="0" i="0">
                <a:solidFill>
                  <a:srgbClr val="5F6368"/>
                </a:solidFill>
                <a:latin typeface="Arial"/>
              </a:rPr>
              <a:t>111 timestamped claims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4242816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3C3D"/>
                </a:solidFill>
                <a:latin typeface="Arial"/>
              </a:rPr>
              <a:t>YouTube, law firm explainer, 165,536 views: </a:t>
            </a:r>
            <a:r>
              <a:rPr sz="1050" b="0" i="0">
                <a:solidFill>
                  <a:srgbClr val="861F41"/>
                </a:solidFill>
                <a:latin typeface="Arial"/>
                <a:hlinkClick r:id="rId4"/>
              </a:rPr>
              <a:t>New F-1 Visa Rules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55080" y="4553712"/>
            <a:ext cx="2523744" cy="1645232"/>
          </a:xfrm>
          <a:prstGeom prst="roundRect">
            <a:avLst>
              <a:gd name="adj" fmla="val 7000"/>
            </a:avLst>
          </a:prstGeom>
          <a:solidFill>
            <a:srgbClr val="F1EF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>
            <a:hlinkClick r:id="rId5"/>
          </p:cNvPr>
          <p:cNvSpPr/>
          <p:nvPr/>
        </p:nvSpPr>
        <p:spPr>
          <a:xfrm>
            <a:off x="6483096" y="4626864"/>
            <a:ext cx="548640" cy="210312"/>
          </a:xfrm>
          <a:prstGeom prst="roundRect">
            <a:avLst>
              <a:gd name="adj" fmla="val 50000"/>
            </a:avLst>
          </a:prstGeom>
          <a:solidFill>
            <a:srgbClr val="3A3C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hlinkClick r:id="rId5"/>
          </p:cNvPr>
          <p:cNvSpPr txBox="1"/>
          <p:nvPr/>
        </p:nvSpPr>
        <p:spPr>
          <a:xfrm>
            <a:off x="6585093" y="4666617"/>
            <a:ext cx="344646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▸ </a:t>
            </a:r>
            <a:r>
              <a:rPr lang="en-US" sz="850" b="1" i="0">
                <a:solidFill>
                  <a:srgbClr val="FFFFFF"/>
                </a:solidFill>
                <a:latin typeface="Arial"/>
              </a:rPr>
              <a:t>0:01</a:t>
            </a:r>
            <a:endParaRPr sz="85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105739" y="4630891"/>
            <a:ext cx="170078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50" b="1" i="0">
                <a:solidFill>
                  <a:srgbClr val="6B6E72"/>
                </a:solidFill>
                <a:latin typeface="Arial"/>
              </a:rPr>
              <a:t>SPEAKER CLAIM:</a:t>
            </a:r>
            <a:endParaRPr sz="850" b="1" i="0">
              <a:solidFill>
                <a:srgbClr val="6B6E72"/>
              </a:solidFill>
              <a:latin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83096" y="4882896"/>
            <a:ext cx="22860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“The Trump administration has announced new rules for people in the United States on student visas that begin September 15.”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15984" y="4553712"/>
            <a:ext cx="2523744" cy="1645232"/>
          </a:xfrm>
          <a:prstGeom prst="roundRect">
            <a:avLst>
              <a:gd name="adj" fmla="val 7000"/>
            </a:avLst>
          </a:prstGeom>
          <a:solidFill>
            <a:srgbClr val="F8EC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144000" y="4626864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61F41"/>
                </a:solidFill>
                <a:latin typeface="Arial"/>
              </a:rPr>
              <a:t>EVIDENCE · 91 FR 44976 + COURT ORDER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846320"/>
            <a:ext cx="2286000" cy="774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1">
                <a:solidFill>
                  <a:srgbClr val="3A3C3D"/>
                </a:solidFill>
                <a:latin typeface="Arial"/>
              </a:rPr>
              <a:t>“The effective date is September 15, 2026.”</a:t>
            </a:r>
          </a:p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3A3C3D"/>
                </a:solidFill>
                <a:latin typeface="Arial"/>
              </a:rPr>
              <a:t>On Sept 14, 2026</a:t>
            </a:r>
            <a:r>
              <a:rPr lang="en-US" sz="1000" b="0" i="0">
                <a:solidFill>
                  <a:srgbClr val="3A3C3D"/>
                </a:solidFill>
                <a:latin typeface="Arial"/>
              </a:rPr>
              <a:t>,</a:t>
            </a:r>
            <a:r>
              <a:rPr sz="1000" b="0" i="0">
                <a:solidFill>
                  <a:srgbClr val="3A3C3D"/>
                </a:solidFill>
                <a:latin typeface="Arial"/>
              </a:rPr>
              <a:t> a federal court postponed the rule, so the start date no longer holds.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97423" y="5656102"/>
            <a:ext cx="1527279" cy="229494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AT PUBLISH: SUPPORTED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97423" y="5935325"/>
            <a:ext cx="1163482" cy="228600"/>
          </a:xfrm>
          <a:prstGeom prst="roundRect">
            <a:avLst>
              <a:gd name="adj" fmla="val 50000"/>
            </a:avLst>
          </a:prstGeom>
          <a:solidFill>
            <a:srgbClr val="6B6E72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NOW: OUTDATED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4278D3-E73D-E40C-AF91-7FA65C67F897}"/>
              </a:ext>
            </a:extLst>
          </p:cNvPr>
          <p:cNvSpPr txBox="1"/>
          <p:nvPr/>
        </p:nvSpPr>
        <p:spPr>
          <a:xfrm>
            <a:off x="3434767" y="5658701"/>
            <a:ext cx="889895" cy="14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000" b="1" i="0">
                <a:solidFill>
                  <a:schemeClr val="accent1"/>
                </a:solidFill>
                <a:latin typeface="Arial"/>
              </a:rPr>
              <a:t>Claim Verdict:</a:t>
            </a:r>
            <a:endParaRPr sz="1000" b="1" i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1251AA8-3FAC-1578-450E-778F855CEC50}"/>
              </a:ext>
            </a:extLst>
          </p:cNvPr>
          <p:cNvSpPr txBox="1"/>
          <p:nvPr/>
        </p:nvSpPr>
        <p:spPr>
          <a:xfrm>
            <a:off x="9128085" y="5700333"/>
            <a:ext cx="889895" cy="14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000" b="1" i="0">
                <a:solidFill>
                  <a:schemeClr val="accent1"/>
                </a:solidFill>
                <a:latin typeface="Arial"/>
              </a:rPr>
              <a:t>Claim Verdict:</a:t>
            </a:r>
            <a:endParaRPr sz="1000" b="1" i="0">
              <a:solidFill>
                <a:schemeClr val="accent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sz="3000" b="1">
                <a:solidFill>
                  <a:srgbClr val="861F41"/>
                </a:solidFill>
                <a:latin typeface="Arial"/>
              </a:rPr>
              <a:t>Responsible AI in PolicyLens</a:t>
            </a:r>
          </a:p>
        </p:txBody>
      </p:sp>
      <p:sp>
        <p:nvSpPr>
          <p:cNvPr id="3" name="Oval 2"/>
          <p:cNvSpPr/>
          <p:nvPr/>
        </p:nvSpPr>
        <p:spPr>
          <a:xfrm>
            <a:off x="484632" y="1380743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lay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51" y="1514063"/>
            <a:ext cx="227136" cy="227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280160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Sources kept separate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57881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Policy text, news reporting, public opinion and AI output are never mixed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70532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4632" y="2075688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_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51" y="2209007"/>
            <a:ext cx="227136" cy="227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1975104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Personally identifiable information (PII) 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75104"/>
            <a:ext cx="57881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Before any model analyzes the comments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665476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4632" y="2770632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_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51" y="2903951"/>
            <a:ext cx="227136" cy="2271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8720" y="2670048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Evidence cited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09798"/>
            <a:ext cx="57881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Each verdict shows the</a:t>
            </a:r>
            <a:r>
              <a:rPr lang="en-US" sz="1400" b="0" i="0">
                <a:solidFill>
                  <a:srgbClr val="5F6368"/>
                </a:solidFill>
                <a:latin typeface="Arial"/>
              </a:rPr>
              <a:t> official</a:t>
            </a:r>
            <a:r>
              <a:rPr sz="1400" b="0" i="0">
                <a:solidFill>
                  <a:srgbClr val="5F6368"/>
                </a:solidFill>
                <a:latin typeface="Arial"/>
              </a:rPr>
              <a:t> text it was based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360420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4632" y="3465576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_fla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51" y="3598895"/>
            <a:ext cx="227136" cy="2271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8720" y="3364992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Uncertainty 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64992"/>
            <a:ext cx="57881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Unclear results go to the analyst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055364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4632" y="4160519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_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51" y="4293839"/>
            <a:ext cx="227136" cy="2271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88720" y="4059935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Minority viewpoints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059935"/>
            <a:ext cx="57881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Shown next to the majority concern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4750307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4632" y="4855463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_d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51" y="4988783"/>
            <a:ext cx="227136" cy="2271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8720" y="4754879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Source limitations stated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754879"/>
            <a:ext cx="578815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For our example docket, results reflect only the sources we collected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5445251"/>
            <a:ext cx="10543032" cy="9144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4632" y="5550408"/>
            <a:ext cx="493776" cy="493776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_user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951" y="5683727"/>
            <a:ext cx="227136" cy="2271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88720" y="5449824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Analyst makes final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689574"/>
            <a:ext cx="57881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 i="0">
                <a:solidFill>
                  <a:srgbClr val="5F6368"/>
                </a:solidFill>
                <a:latin typeface="Arial"/>
              </a:rPr>
              <a:t>Confirms or corrects each AI verdict before signing off on the briefing</a:t>
            </a:r>
            <a:endParaRPr sz="1400" b="0" i="0">
              <a:solidFill>
                <a:srgbClr val="5F636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164592"/>
            <a:ext cx="8595360" cy="914400"/>
          </a:xfrm>
        </p:spPr>
        <p:txBody>
          <a:bodyPr wrap="square" anchor="ctr">
            <a:noAutofit/>
          </a:bodyPr>
          <a:lstStyle/>
          <a:p>
            <a:r>
              <a:rPr sz="3000" b="1">
                <a:solidFill>
                  <a:srgbClr val="861F41"/>
                </a:solidFill>
                <a:latin typeface="Arial"/>
              </a:rPr>
              <a:t>Economic Value and Societal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897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Manual review of ICEB-2025-0001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56816"/>
            <a:ext cx="1874520" cy="1024128"/>
          </a:xfrm>
          <a:prstGeom prst="roundRect">
            <a:avLst>
              <a:gd name="adj" fmla="val 8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0116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861F41"/>
                </a:solidFill>
                <a:latin typeface="Arial"/>
              </a:rPr>
              <a:t>~760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05456"/>
            <a:ext cx="1600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analyst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956816"/>
            <a:ext cx="1874520" cy="1024128"/>
          </a:xfrm>
          <a:prstGeom prst="roundRect">
            <a:avLst>
              <a:gd name="adj" fmla="val 8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33472" y="20116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861F41"/>
                </a:solidFill>
                <a:latin typeface="Arial"/>
              </a:rPr>
              <a:t>~$50,000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505456"/>
            <a:ext cx="1600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in agency staff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56816"/>
            <a:ext cx="1874520" cy="1024128"/>
          </a:xfrm>
          <a:prstGeom prst="roundRect">
            <a:avLst>
              <a:gd name="adj" fmla="val 8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861F41"/>
                </a:solidFill>
                <a:latin typeface="Arial"/>
              </a:rPr>
              <a:t>~19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505456"/>
            <a:ext cx="1600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weeks for one analyst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5333"/>
              </p:ext>
            </p:extLst>
          </p:nvPr>
        </p:nvGraphicFramePr>
        <p:xfrm>
          <a:off x="457200" y="3236976"/>
          <a:ext cx="58978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Hours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Salary cost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861F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Read and tag ~10k public comments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$33,000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Compare proposed and final rule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$2,600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Verify 1,188 claims from 112 news articles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$13,400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Verify 111 claims from 10 videos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3C3D"/>
                          </a:solidFill>
                          <a:latin typeface="Arial"/>
                        </a:rPr>
                        <a:t>$1,300</a:t>
                      </a:r>
                    </a:p>
                  </a:txBody>
                  <a:tcPr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5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66560" y="1499616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A3C3D"/>
                </a:solidFill>
                <a:latin typeface="Arial"/>
              </a:rPr>
              <a:t>Impact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2020824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_d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04" y="2144268"/>
            <a:ext cx="210312" cy="2103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88352" y="1984248"/>
            <a:ext cx="4325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A3C3D"/>
                </a:solidFill>
                <a:latin typeface="Arial"/>
              </a:rPr>
              <a:t>Savings on every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240280"/>
            <a:ext cx="432511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Agencies save about 760 analyst hours on each high-volume rule, since PolicyLens runs from a docket ID.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209544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_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3332988"/>
            <a:ext cx="210312" cy="2103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8352" y="3172968"/>
            <a:ext cx="4325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A3C3D"/>
                </a:solidFill>
                <a:latin typeface="Arial"/>
              </a:rPr>
              <a:t>Briefings based on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429000"/>
            <a:ext cx="432511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Analysts give leadership the rule text, public concerns and press coverage in one place, with citations.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4398264"/>
            <a:ext cx="457200" cy="45720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_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4521708"/>
            <a:ext cx="210312" cy="2103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88352" y="4361688"/>
            <a:ext cx="4325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A3C3D"/>
                </a:solidFill>
                <a:latin typeface="Arial"/>
              </a:rPr>
              <a:t>Public input actually heard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617720"/>
            <a:ext cx="4325112" cy="31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F6368"/>
                </a:solidFill>
                <a:latin typeface="Arial"/>
              </a:rPr>
              <a:t>Thousands of comments become clear concerns, so what people said shapes decision</a:t>
            </a:r>
            <a:r>
              <a:rPr lang="en-US" sz="1050" b="0" i="0">
                <a:solidFill>
                  <a:srgbClr val="5F6368"/>
                </a:solidFill>
                <a:latin typeface="Arial"/>
              </a:rPr>
              <a:t>s</a:t>
            </a:r>
            <a:r>
              <a:rPr sz="1050" b="0" i="0">
                <a:solidFill>
                  <a:srgbClr val="5F6368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Assumptions: GS-13 step 5, DC area, about $66/hour (OPM 2026); reading at 238 words/minute (</a:t>
            </a:r>
            <a:r>
              <a:rPr sz="900" b="0" i="0" err="1">
                <a:solidFill>
                  <a:srgbClr val="5F6368"/>
                </a:solidFill>
                <a:latin typeface="Arial"/>
              </a:rPr>
              <a:t>Brysbaert</a:t>
            </a:r>
            <a:r>
              <a:rPr sz="900" b="0" i="0">
                <a:solidFill>
                  <a:srgbClr val="5F6368"/>
                </a:solidFill>
                <a:latin typeface="Arial"/>
              </a:rPr>
              <a:t> 2019); 2 min per comment, 10 min per claim, 1 hour per policy area.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6C9A9"/>
                </a:solidFill>
                <a:latin typeface="Arial"/>
              </a:rPr>
              <a:t>UP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3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000" b="0" i="0">
                <a:solidFill>
                  <a:srgbClr val="F3DCE4"/>
                </a:solidFill>
                <a:latin typeface="Arial"/>
              </a:rPr>
              <a:t>A walkthrough of </a:t>
            </a:r>
            <a:r>
              <a:rPr lang="en-US" sz="2000" b="0" i="0" err="1">
                <a:solidFill>
                  <a:srgbClr val="F3DCE4"/>
                </a:solidFill>
                <a:latin typeface="Arial"/>
              </a:rPr>
              <a:t>PolicyLens</a:t>
            </a:r>
            <a:endParaRPr sz="2000" b="0" i="0">
              <a:solidFill>
                <a:srgbClr val="F3DCE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54828" y="5372100"/>
            <a:ext cx="548640" cy="548640"/>
          </a:xfrm>
          <a:prstGeom prst="ellipse">
            <a:avLst/>
          </a:prstGeom>
          <a:solidFill>
            <a:srgbClr val="861F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_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272" y="5495544"/>
            <a:ext cx="301752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26912" y="537210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A3C3D"/>
                </a:solidFill>
                <a:latin typeface="Arial"/>
              </a:rPr>
              <a:t>Code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12" y="5646421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61F41"/>
                </a:solidFill>
                <a:latin typeface="Arial"/>
                <a:hlinkClick r:id="rId4"/>
              </a:rPr>
              <a:t>github.com/kenenwodo/innovation-challenge-msftxcci-2026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42727" y="1733974"/>
            <a:ext cx="3108960" cy="333756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QR code to the GitHub reposito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767" y="2008294"/>
            <a:ext cx="2468880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2727" y="463262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Arial"/>
              </a:rPr>
              <a:t>Scan for the code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404354-AA62-6330-7EE7-5ECF80D46194}"/>
              </a:ext>
            </a:extLst>
          </p:cNvPr>
          <p:cNvSpPr txBox="1">
            <a:spLocks/>
          </p:cNvSpPr>
          <p:nvPr/>
        </p:nvSpPr>
        <p:spPr>
          <a:xfrm>
            <a:off x="499872" y="316992"/>
            <a:ext cx="8595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861F4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861F41"/>
      </a:dk1>
      <a:lt1>
        <a:srgbClr val="FFFFFF"/>
      </a:lt1>
      <a:dk2>
        <a:srgbClr val="75787B"/>
      </a:dk2>
      <a:lt2>
        <a:srgbClr val="E5E1E6"/>
      </a:lt2>
      <a:accent1>
        <a:srgbClr val="861F41"/>
      </a:accent1>
      <a:accent2>
        <a:srgbClr val="C64600"/>
      </a:accent2>
      <a:accent3>
        <a:srgbClr val="A5A5A5"/>
      </a:accent3>
      <a:accent4>
        <a:srgbClr val="508590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6C1035"/>
      </a:dk1>
      <a:lt1>
        <a:srgbClr val="5C6C66"/>
      </a:lt1>
      <a:dk2>
        <a:srgbClr val="A7A7A7"/>
      </a:dk2>
      <a:lt2>
        <a:srgbClr val="535353"/>
      </a:lt2>
      <a:accent1>
        <a:srgbClr val="6C1035"/>
      </a:accent1>
      <a:accent2>
        <a:srgbClr val="E57631"/>
      </a:accent2>
      <a:accent3>
        <a:srgbClr val="A5A5A5"/>
      </a:accent3>
      <a:accent4>
        <a:srgbClr val="417C79"/>
      </a:accent4>
      <a:accent5>
        <a:srgbClr val="E5E1EF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B87851C-4830-8347-A0E5-4F8D3F28374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6fa14f8-5ef1-4d04-8dee-cd421adaa6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1_Office Theme</vt:lpstr>
      <vt:lpstr>PolicyLens</vt:lpstr>
      <vt:lpstr>Team Members</vt:lpstr>
      <vt:lpstr>Challenge: Policy and Public Sentiment Analyst</vt:lpstr>
      <vt:lpstr>Policy Document: Ending 'Duration of Status'</vt:lpstr>
      <vt:lpstr>PolicyLens: Policy Insights at a Glance</vt:lpstr>
      <vt:lpstr>System Design</vt:lpstr>
      <vt:lpstr>Results for ICEB-2025-0001</vt:lpstr>
      <vt:lpstr>Responsible AI in PolicyLens</vt:lpstr>
      <vt:lpstr>Economic Value and Societal Impact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 1/3</dc:title>
  <dc:creator>Schlieper, Elizabeth</dc:creator>
  <cp:revision>1</cp:revision>
  <dcterms:modified xsi:type="dcterms:W3CDTF">2026-09-26T00:37:22Z</dcterms:modified>
</cp:coreProperties>
</file>